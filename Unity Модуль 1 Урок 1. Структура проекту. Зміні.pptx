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1" r:id="rId3"/>
    <p:sldId id="290" r:id="rId4"/>
    <p:sldId id="291" r:id="rId5"/>
    <p:sldId id="262" r:id="rId6"/>
    <p:sldId id="263" r:id="rId7"/>
    <p:sldId id="292" r:id="rId8"/>
    <p:sldId id="258" r:id="rId9"/>
    <p:sldId id="295" r:id="rId10"/>
    <p:sldId id="259" r:id="rId11"/>
    <p:sldId id="260" r:id="rId12"/>
    <p:sldId id="264" r:id="rId13"/>
    <p:sldId id="265" r:id="rId14"/>
    <p:sldId id="266" r:id="rId15"/>
    <p:sldId id="267" r:id="rId16"/>
    <p:sldId id="269" r:id="rId17"/>
    <p:sldId id="268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6" r:id="rId27"/>
    <p:sldId id="298" r:id="rId28"/>
    <p:sldId id="278" r:id="rId29"/>
    <p:sldId id="279" r:id="rId30"/>
    <p:sldId id="280" r:id="rId31"/>
    <p:sldId id="281" r:id="rId32"/>
    <p:sldId id="282" r:id="rId33"/>
    <p:sldId id="283" r:id="rId34"/>
    <p:sldId id="285" r:id="rId35"/>
    <p:sldId id="286" r:id="rId36"/>
    <p:sldId id="287" r:id="rId37"/>
    <p:sldId id="293" r:id="rId38"/>
    <p:sldId id="288" r:id="rId39"/>
    <p:sldId id="294" r:id="rId40"/>
    <p:sldId id="299" r:id="rId41"/>
    <p:sldId id="300" r:id="rId42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31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41:35.74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1695 1564,'0'-11,"0"-1,-1 1,-1 0,0 0,0 0,-1 0,0 0,-1 1,0-1,-1 1,-6-10,-8-14,-2 2,-48-59,-65-52,91 99,-378-362,188 213,194 164,-1 2,-2 1,0 2,-2 3,-91-33,107 46,0 0,-49-5,28 5,41 7,0-1,0 0,0 0,0-1,0 1,1-2,-1 1,1-1,0-1,0 1,1-1,-1 0,1-1,0 1,0-1,1 0,0-1,0 1,0-1,1 0,0 0,1-1,-1 1,1-1,1 0,-3-9,2-3,2 13,0 1,-1-1,0 0,0 0,-5-11,7 18,0 0,0-1,0 1,0 0,0 0,0 0,0 0,0 0,0 0,0 0,0 0,0 0,-1-1,1 1,0 0,0 0,0 0,0 0,0 0,0 0,0 0,0 0,0 0,0 0,-1 0,1 0,0 0,0 0,0 0,0 0,0 0,0 0,0 0,-1 0,1 0,0 0,0 0,0 0,0 0,0 0,0 0,0 0,0 0,-1 0,1 0,0 0,0 0,0 0,0 0,0 0,0 0,0 1,0-1,0 0,0 0,0 0,0 0,0 0,-1 0,1 0,0 1,-4 10,1 15,0 348,4-273,-1-535,0 428,0 1,1-1,-1 1,1-1,0 1,0-1,1 1,0 0,0-1,0 1,0 0,1 0,0 1,5-8,-5 9,1 0,-1-1,1 1,0 0,0 1,1-1,-1 1,0-1,1 1,0 1,-1-1,1 1,0 0,0 0,0 0,7 0,229 2,-103 2,-51-4,109 4,-166-1,-1 2,1 1,-1 2,44 15,87 45,-137-55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4.78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29,'4'0,"7"0,5 0,9 0,5 0,2 0,0 0,3 0,1 0,-6-4,-4-3,-2 2,5 0,1 1,0 2,0 1,4 1,-5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0.4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2.56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16,'5'0,"5"0,6 0,5 0,7 0,5 0,-1 0,-4-4,-3-2,-6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8.86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7 196,'21'1,"0"1,37 9,-9-1,149 20,-120-18,-43-6,53 2,276-8,-359 0,0-1,0 1,0-1,0 1,0-2,0 1,0 0,0-1,-1 0,1 0,0 0,-1-1,0 0,1 1,-1-2,0 1,-1 0,1-1,-1 0,1 1,-1-1,0-1,-1 1,1 0,-1-1,1 1,-1-1,-1 0,1 0,-1 0,0 1,0-1,1-10,-2 9,2-7,0-1,-2 0,0 1,-1-15,1 25,-1 0,1 0,-1 0,0 0,0 0,0 0,0 0,0 1,-1-1,1 0,-1 1,0-1,1 1,-1 0,-1-1,1 1,0 0,0 0,-1 0,1 1,-1-1,1 0,-1 1,-3-1,-11-3,-1 2,1 0,-1 1,0 1,0 1,0 0,-26 4,-14 0,-408-2,269-2,191-1,-1 1,1 1,0-1,0 1,0 0,0 0,0 1,0 0,-6 3,9-3,0-1,0 1,1 1,0-1,-1 0,1 0,0 1,0-1,0 1,0 0,1 0,-1 0,1-1,-1 1,1 1,0-1,0 0,1 0,-2 4,-2 55,5-31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0:47.9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254 1,'0'118,"-11"278,-19-20,27-346,-6 336,-1 19,-8-25,-6-192,1-1,-11 153,21-207,4 81,6-57,-7-83,6-38,4-16,0 1,0-1,0 1,1-1,-1 1,0-1,0 0,0 1,0-1,0 1,0-1,1 1,-1-1,0 0,0 1,1-1,-1 1,0-1,1 0,-1 1,0-1,1 0,-1 0,0 1,1-1,-1 0,1 0,-1 0,1 1,-1-1,0 0,1 0,-1 0,1 0,-1 0,1 0,-1 0,1 0,-1 0,1 0,24 0,-20 0,1163-12,-739 14,3875-2,-3136 70,-783-24,268 21,-603-65,759 45,100 8,-808-51,265 17,-31-14,-204-9,-101 1,-1-1,0-2,37-9,86-30,-37 8,-46 16,73-30,-115 38,-1-2,-1 0,0-1,-1-2,39-31,-52 36,0-1,0 0,-1 0,-1-1,0-1,0 1,-2-1,0-1,0 0,-1 1,-1-2,-1 1,0-1,2-18,-2 10,1 0,10-28,-7 27,-1 0,3-26,-4 2,7-52,1-114,-14 207,0-26,-1 1,-1-1,-1 1,-14-53,11 64,-9-27,-34-82,35 106,-1 1,-19-24,-4-5,21 31,-1 0,-1 1,-30-26,4 5,-86-90,98 100,-2 0,-50-34,-83-43,161 104,-27-18,2-2,1-1,-29-31,-32-28,66 63,16 13,0 0,-1 1,0 0,-21-11,12 8,1 0,-33-26,36 24,0 2,-1-1,-1 2,-23-11,-2 2,-46-28,-41-20,39 27,53 21,-1 2,-69-19,-141-8,116 24,-16-15,97 21,-100-14,-260-14,223 12,27 2,-754-47,821 69,-13 1,-198-21,-69-6,-1 32,157 2,53-16,4 1,-1118 14,1228-4,-52-8,-46-3,-1921 13,965 3,83-2,994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2:04.15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1,'731'0,"-700"0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06.63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1,'4'0,"2"0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07.19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18.21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00.5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0,'671'16,"-30"-3,-109-5,-438-4,426 29,110 21,-212-51,-55-2,11 26,-36-3,-99 5,-87-7,245 9,-114-18,37 0,-210-14,224 12,3 3,-113-9,-18 18,-14-1,35-15,85 7,-172-3,160-10,-140-3,754 2,-677-13,-32 1,-202 12,439-17,-16-10,-23 19,-97 6,-143-11,38-1,-133 13,-25 2,-1-2,1-1,75-16,-41 3,0 3,92-2,-60 6,116-3,-28 2,215-3,-164 8,-13-8,95-2,-309 14,55 0,1-3,89-15,-61 3,151-5,110 21,-147 1,10-1,439-12,-271-3,-210 10,4-8,55-1,-201 11,56-9,-18 1,-55 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18.3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3 722,'-2'-147,"5"-161,-3 305,0-1,0 1,1 0,0-1,0 1,0 0,0 0,0-1,0 1,1 0,0 0,-1 0,1 1,0-1,0 0,1 1,-1-1,1 1,-1 0,1 0,0 0,-1 0,1 0,0 1,0-1,0 1,4-2,4 1,0-1,-1 2,1-1,0 2,0-1,0 1,14 3,-21-3,0 0,-1 1,1-1,-1 1,1 0,0 0,-1 0,0 0,1 1,-1 0,0-1,0 1,0 0,0 1,0-1,0 0,-1 1,1 0,-1-1,0 1,1 0,-1 0,-1 1,3 2,-2 1,0-1,-1 1,0-1,0 1,0-1,-1 1,0-1,0 1,0-1,-1 1,0-1,-3 12,-28 133,23-108,9-41,-3 9,1 0,1 1,0-1,1 23,0-31,0 0,1-1,0 1,-1 0,1-1,0 1,0 0,0-1,1 1,-1-1,1 1,-1-1,1 0,0 0,0 0,0 0,0 0,0 0,0 0,1-1,-1 1,0-1,1 1,0-1,3 1,12 2,1 0,0-1,-1-1,1-1,0-1,0-1,22-3,16 1,-45 3,-1-1,1 0,-1 0,1-1,-1 0,0-1,13-5,-19 5,-1 1,1-1,-1 0,0 0,0 0,0 0,0-1,-1 0,0 0,1 0,-1 0,-1 0,1-1,-1 1,1-1,-1 0,-1 1,3-10,2-15,-2 0,-1-1,-2 1,0-1,-6-43,1-12,3 67,1 7,-1-1,2 1,1-16,-1 25,-1-1,1 1,-1 0,1-1,0 1,0 0,0-1,0 1,0 0,0 0,1 0,-1 0,1 0,0 0,-1 1,1-1,0 0,0 1,0 0,0-1,3 0,16-5,0 1,0 1,1 1,0 0,0 2,0 1,34 2,61-5,-103 1,1-1,-1 0,18-8,-23 8,-1 0,1 1,0 0,0 1,0 0,1 0,-1 1,0 0,1 0,15 2,-24-1,0 0,0 1,0-1,0 0,0 0,-1 1,1-1,0 1,0-1,0 0,0 1,0 0,-1-1,1 1,0 0,-1-1,1 1,0 0,-1-1,1 1,-1 0,1 0,-1 0,1 0,0 1,-1 0,0 0,0 0,0 0,0 1,0-1,0 0,-1 0,1 0,-1 0,1 0,-2 3,-4 6,1 0,-2 0,-9 13,13-19,-18 26,-25 51,-2-1,34-60,1 0,1 0,-14 37,22-48,2-4,0-1,0 1,1-1,-1 1,1 0,0 8,1-12,0 0,1-1,-1 1,0 0,1-1,0 1,-1 0,1-1,0 1,0-1,0 1,-1-1,2 0,-1 1,0-1,0 0,0 1,1-1,-1 0,0 0,1 0,-1 0,1-1,-1 1,1 0,2 0,5 2,1 1,0-2,0 0,0 0,0 0,14-1,65-4,-37 0,69 3,58-2,-176 1,1 1,-1 0,0-1,0 0,0 1,1-1,-1-1,0 1,0 0,-1-1,1 1,0-1,0 0,-1 0,1 0,-1 0,0-1,1 1,-1-1,0 1,0-1,-1 0,1 1,-1-1,1 0,-1 0,0 0,0 0,0-1,0-4,2-10,-2 1,0-1,-1 0,-4-28,1 8,1-23,-2 1,-14-61,15 109,1 3,0 0,1 0,-1 0,1-17,1 24,1 0,-1 0,0 0,1 0,-1 0,1 0,-1 0,1 0,0 1,0-1,0 0,0 0,0 1,0-1,0 1,1-1,-1 1,1-1,-1 1,1 0,-1 0,1 0,0 0,-1 0,1 0,0 0,0 0,3 0,2-1,0 0,0 1,1 0,-1 0,0 1,0 0,1 0,-1 1,0-1,1 2,9 2,-13-3,-1 1,1-1,-1 1,0 0,1 0,-1 0,0 1,0-1,0 1,0-1,-1 1,1 0,-1 0,0 0,0 1,0-1,0 0,0 1,-1 0,1-1,-1 1,0 0,1 5,1 23,0 1,-2 0,-5 54,-1-3,5-51,0-3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28.4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0 358,'1'0,"0"0,0 1,0-1,0 0,-1 1,1-1,0 0,0 1,0-1,-1 1,1-1,0 1,0-1,-1 1,1 0,-1-1,1 1,0 0,-1 0,1-1,-1 1,0 0,1 0,-1 0,0 0,1-1,-1 2,6 31,-4-21,42 144,-24-95,11 71,8 139,-38-262,1-1,0 1,1-1,-1 1,2-1,-1 0,1 0,0 0,1-1,-1 0,2 1,6 7,-11-15,-1 0,0 1,1-1,-1 1,0-1,1 0,-1 0,1 1,-1-1,1 0,-1 0,1 0,-1 1,1-1,-1 0,1 0,-1 0,1 0,-1 0,1 0,-1 0,1 0,-1 0,1 0,-1 0,1 0,-1 0,1-1,-1 1,0 0,1 0,-1 0,1-1,6-17,-6-24,-21-141,-11-191,30 316,4-158,-2 207,0 1,1 0,0-1,0 1,1 0,4-8,-7 14,0 1,0 0,1 0,-1 0,1 0,-1 0,1 0,-1 0,1 0,0 0,0 0,-1 0,1 1,0-1,0 0,0 0,0 1,0-1,0 1,0-1,0 1,0-1,0 1,0-1,0 1,0 0,0 0,1 0,-1 0,0-1,0 1,0 1,0-1,0 0,1 0,-1 0,0 1,0-1,0 0,0 1,0-1,0 1,0-1,0 1,0 0,0-1,0 1,0 0,-1 0,1 0,0-1,0 1,0 2,12 15,-1 2,0-1,-2 2,0-1,10 35,-19-53,21 62,-3 1,-3 0,-2 2,-4 0,-2 0,-2 71,-6-130,1 0,0-1,0 1,0 0,1 0,0-1,1 1,3 7,-5-14,-1 1,1-1,0 1,0-1,0 1,-1-1,2 0,-1 1,0-1,0 0,0 0,0 0,1 0,-1 0,1 0,-1 0,1 0,-1-1,1 1,-1-1,1 1,-1-1,1 1,0-1,-1 0,1 0,0 0,-1 0,1 0,0 0,-1 0,1-1,0 1,-1 0,1-1,-1 1,1-1,-1 0,1 0,-1 0,1 1,2-3,11-10,-1 1,0-2,-1 0,0 0,-1-1,0-1,12-24,23-27,-16 21,-2-1,-2-1,-3-2,20-53,-13 28,-19 58,-12 17,0 0,0 0,0-1,1 1,-1 0,0 0,0 0,0 0,1 0,-1 0,0 0,0 0,1 1,-1-1,0 0,0 0,0 0,1 0,-1 0,0 0,0 0,0 0,0 0,1 1,-1-1,0 0,0 0,0 0,0 0,0 1,1-1,-1 0,0 0,0 0,0 1,0-1,0 0,0 0,0 0,0 1,0-1,0 0,4 38,-3 60,4 99,-2-163,1 0,2 0,18 57,-23-86,1 0,0 0,0 0,0-1,0 1,1-1,0 0,0 0,0 0,0 0,0 0,1-1,0 1,0-1,0 0,0 0,0 0,1-1,-1 0,1 0,-1 0,1 0,0 0,0-1,0 0,0 0,0-1,0 1,0-1,0 0,0 0,0-1,0 0,0 1,0-2,0 1,0-1,-1 1,1-1,0 0,4-4,6-3,0-1,-1-1,0 0,-1-1,-1-1,22-27,56-96,-18 23,-32 61,-21 29,-1-1,-1-1,-1 0,-1-1,12-30,-25 52,0-1,-1 0,0 0,0 0,0 0,0 0,-1 0,0-1,0 1,0 0,-1 0,1 0,-1 0,-1 0,1 0,-1 0,1 0,-1 1,-1-1,-2-4,0 3,1 0,-2 0,1 1,-1 0,1 0,-2 0,1 1,0 0,-1 0,0 0,0 1,-14-5,-21-5,-1 2,-1 2,-78-6,47 11,-108 9,175-4,0 1,0 0,0 0,0 1,1 0,-1 0,1 0,0 1,0 1,0-1,0 1,1 0,0 1,0-1,0 1,0 0,1 1,0-1,1 1,-5 10,-3 5,0 0,2 1,1 1,1 0,-6 32,3 13,4 0,2 1,7 111,1-76,-4-100,1 0,1 1,-1-1,1 0,0 1,0-1,0 0,1 0,0 0,0 0,0 0,0 0,1-1,0 1,0-1,0 0,1 0,-1 0,1 0,0 0,0-1,0 0,1 0,-1 0,1 0,0-1,-1 1,1-1,0 0,0-1,1 1,6 0,6 2,0-1,0-1,0-1,0 0,1-1,-1-1,0-1,0 0,0-2,0 0,0-1,-1 0,1-2,-2 0,1-1,-1 0,0-2,21-15,5-8,-2-2,-1-2,-1-1,-3-2,-1-1,42-66,-48 65,-26 40,0-1,0 1,0 0,0 0,0 0,0 0,1 0,-1 0,0 1,1-1,0 1,-1 0,6-2,-6 3,-1 0,0 1,0-1,0 1,0 0,0-1,0 1,0-1,-1 1,1 0,0 0,0 0,0 0,-1-1,1 1,0 0,-1 0,1 0,-1 0,1 1,-1-1,0 0,1 0,-1 0,0 0,0 0,0 0,0 1,0-1,0 0,0 1,2 41,-16 71,0 8,13 81,1-200,0 1,1 0,-1-1,1 1,0-1,0 1,0-1,1 0,-1 1,4 4,-5-7,1 0,0 0,0 0,0-1,0 1,0 0,0-1,0 1,0-1,1 1,-1-1,0 1,0-1,0 0,0 0,1 1,-1-1,0 0,0 0,0 0,1 0,-1-1,0 1,0 0,0 0,1-1,-1 1,0-1,0 1,0-1,0 1,0-1,0 0,2-1,6-4,1-1,-1 0,-1-1,1 1,-1-2,13-17,37-65,-25 37,34-59,55-126,-74 138,-26 59,1 0,48-64,-71 106,0 0,0 0,0-1,0 1,0 0,0 0,0 0,0-1,1 1,-1 0,0 0,0 0,0 0,0-1,1 1,-1 0,0 0,0 0,0 0,1 0,-1 0,0-1,0 1,1 0,-1 0,0 0,0 0,0 0,1 0,-1 0,0 0,0 0,1 0,-1 0,0 0,0 0,1 0,-1 0,0 1,0-1,0 0,1 0,-1 0,0 0,0 0,0 0,1 1,-1-1,0 0,0 0,0 0,0 1,1-1,4 20,-4 30,-1-49,-5 547,5-537,0-8,-1 1,1 0,0 0,0 0,0 0,1-1,-1 1,1 0,0 0,0-1,1 1,-1 0,1-1,1 4,-2-6,-1-1,1 0,-1 0,1 1,-1-1,1 0,-1 0,1 1,-1-1,1 0,-1 0,1 0,-1 0,1 0,-1 0,1 0,-1 0,1 0,-1 0,1 0,0 0,-1 0,1 0,-1 0,1 0,-1-1,1 1,-1 0,1 0,-1-1,0 1,1 0,-1-1,1 1,-1 0,0-1,1 1,-1-1,0 1,1-1,-1 1,0-1,0 1,1-1,-1 1,0-1,0 1,0-1,0 0,14-33,-12 26,213-491,-206 483,1 1,1 1,0 0,1 0,1 1,0 1,1 0,20-14,2-3,-34 27,1 0,0 0,0 0,1 0,-1 0,0 1,0-1,1 1,-1 0,1 0,-1 0,1 0,7 0,-9 1,0 0,0 1,0-1,0 1,0-1,0 1,0 0,0 0,0 0,0 0,0 0,0 0,-1 0,1 0,0 1,-1-1,1 1,-1-1,1 1,-1 0,0 0,0-1,0 1,0 0,1 4,8 21,-2 1,-1 0,5 41,-5-30,1 26,-2 0,-4 80,-2-140,0 0,1 0,-1 0,1 0,0 0,0 0,1 0,0-1,3 8,-4-11,-1 0,0 0,1-1,-1 1,1 0,0-1,-1 1,1-1,-1 1,1-1,0 1,-1-1,1 1,0-1,0 0,0 1,-1-1,1 0,0 1,0-1,0 0,-1 0,3 0,-1 0,-1-1,1 0,0 1,0-1,-1 0,1 0,-1 0,1 0,-1 0,1 0,-1-1,1 1,-1 0,0-1,2-2,5-9,-1 0,0 0,-1 0,0-1,-1 0,6-24,15-39,26-20,-32 63,17-39,-35 68,0-1,0 1,0 0,1 0,-1 0,1 1,0-1,1 1,-1-1,1 1,0 0,0 0,0 1,1-1,-1 1,1 0,0 0,0 1,0-1,0 1,0 0,1 1,-1-1,0 1,1 0,-1 0,1 1,10 0,-6 0,-1 1,1 0,0 0,0 1,-1 0,1 1,-1 0,0 1,0 0,0 0,0 1,-1 0,0 1,10 7,5 7,-1 1,-1 1,24 32,-34-42,1-1,0 1,0-2,16 11,17 14,-41-31,0-1,0 2,-1-1,0 0,1 1,-2-1,1 1,0 0,-1 0,0 0,0 0,0 1,1 8,-1 4,0 1,-2 32,2 17,-2-65,0-1,0 1,1-1,-1 1,1-1,0 1,0-1,0 0,0 1,0-1,0 0,0 0,1 0,-1 0,1 0,0 0,-1 0,1-1,0 1,0 0,0-1,0 0,0 1,1-1,-1 0,0 0,1 0,-1-1,0 1,1 0,-1-1,1 0,-1 1,1-1,-1 0,1 0,4-1,1 0,0-1,0 0,0 0,-1 0,1-1,-1 0,1-1,-1 0,0 0,10-8,14-12,-2-1,0-2,-2-1,-1-2,-1 0,23-38,-8 9,-24 36,0-1,15-32,-1-18,21-82,-45 135,0-1,2-29,-7 46,0-1,-1 0,0 0,0 0,0 0,-1 0,0 0,0 0,0 1,-1-1,0 0,0 1,-5-9,7 13,-1 0,0 0,0 0,0 1,0-1,0 0,0 0,0 1,0-1,0 0,0 1,0-1,0 1,0 0,0-1,-1 1,1 0,0-1,0 1,-1 0,1 0,0 0,0 0,0 0,-1 1,1-1,0 0,0 0,0 1,-1-1,1 1,0-1,-2 2,-2 1,0 0,0 0,1 1,-1-1,-6 8,0 1,1 1,1 0,0 0,0 1,-10 24,-26 79,13-28,11-36,2 1,3 0,-13 77,19-79,4-26,2 0,-2 43,6-66,1 1,0-1,0 0,0 1,0-1,0 0,1 0,-1 0,1 0,0 0,0-1,0 1,0-1,0 1,1-1,-1 1,1-1,-1 0,1 0,0-1,0 1,5 2,7 3,0 0,1-1,18 4,-2-3,0-2,1-1,-1-2,1-1,-1-2,1-1,43-8,-35 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29.8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662 0,'-11'14,"0"0,2 0,0 1,0 1,2-1,0 1,0 0,-5 25,-6 11,-39 118,-35 185,68-252,0 2,5 0,-9 163,27-248,0 2,2 36,0-51,0 0,1 0,-1-1,1 1,0 0,1-1,0 0,0 1,6 8,7 7,0 0,2-1,1-1,0 0,40 29,-35-31,-12-9,0 0,0-1,0-1,18 8,-11-8,0 0,0-2,0 0,1-1,0-1,0-1,0 0,29-3,-36 0,0-1,0 0,0-1,-1-1,1 0,-1 0,0-1,0-1,-1 0,1-1,-1 0,-1 0,18-17,-12 8,-1-1,-1 0,-1-1,-1-1,0 0,-1-1,-1 0,-1 0,-1-1,-1 0,8-39,26-71,-29 101,-2 0,-1-1,-1 0,5-47,-3-53,7-169,-15 216,-1 37,-6-85,2 120,1 0,-2 0,1 0,-2 1,0 0,0-1,-1 1,0 1,-1-1,0 1,0 1,-1-1,-1 1,-11-9,6 6,-1 0,0 2,0 0,-1 1,0 0,-1 1,0 1,-34-9,-43-2,0 4,-100-2,148 13,-46-3,-120 7,204 1,-1 0,1 0,-1 1,1 0,0 0,0 1,1 0,-1 0,1 1,0 0,0 0,0 1,1 0,0 0,0 1,0-1,-5 10,-3 3,1 1,1 1,1 0,1 1,-9 26,6 2,4-6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1.20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583 58,'-48'119,"9"-20,-126 324,113-277,33-93,-47 113,40-109,-28 93,46-130,-1 1,0-1,-20 30,20-35,0-1,1 2,0-1,1 1,1 1,-6 23,14-172,-3 56,1 43,0-77,16-120,-11 194,1 1,2-1,2 1,1 1,2 0,1 1,26-45,-16 33,22-54,-26 52,30-52,-30 66,-2-1,26-70,-41 95,0-1,1 2,0-1,1 0,0 1,0 0,1 0,6-7,-8 10,1 1,-1 1,1-1,0 1,0-1,0 2,1-1,-1 0,1 1,-1 0,1 0,0 1,0 0,7-1,5-1,-1-1,35-11,-51 14,1 1,-1-1,0 1,1-1,-1 1,0 0,1-1,-1 1,0 0,1 0,-1 0,0 0,1 0,-1 0,0 0,1 1,-1-1,0 0,1 1,-1-1,0 1,0 0,1-1,-1 1,0 0,0-1,0 1,0 0,0 0,0 0,0 0,0 0,0 0,-1 1,1-1,0 0,-1 0,1 0,-1 1,1-1,-1 0,0 1,1 1,1 7,-1 1,0 0,-1 0,-1 18,0-10,-5 729,6-719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1.54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1,'9'0,"8"0,5 0,3 0,7 0,2 0,0 0,-1 0,2 0,0 0,-1 0,-7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3.4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56,'73'1,"-35"1,0-1,45-7,-70 3,-1 0,1-1,20-9,-20 7,-1 1,2 1,15-4,2 4,0 2,34 1,-39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8.2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0,'1'35,"1"0,1 0,2-1,1 0,19 58,16 17,65 122,-91-199,-1 1,-2 0,-1 1,-1 1,4 35,-10-44,0 2,9 36,-11-57,0 0,1 0,0 0,0 0,0 0,1-1,0 1,0-1,1 0,5 5,6 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8.83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598 0,'-1'12,"0"0,0 0,-1 0,-1 0,0-1,0 1,-10 21,-4-1,-27 40,15-26,1-3,-2-2,-2-1,-2-1,-1-2,-64 52,23-18,-11 8,55-53,4-1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9.38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1,'0'675,"0"-646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0.5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28 1,'-2'2,"0"1,0 0,0 0,1 0,-1 1,1-1,-1 0,1 0,0 1,1-1,-2 5,-3 43,5-38,-5 68,7 96,-1-174,-1 0,1 0,0 0,-1 0,1 1,1-1,-1 0,0-1,1 1,0 0,-1 0,1-1,0 1,1-1,-1 1,0-1,1 0,-1 0,1 0,-1 0,1-1,0 1,0-1,0 1,0-1,0 0,0 0,0 0,1-1,-1 1,5-1,12 2,0-1,0-1,40-5,-42 3,15-3,0-2,0-1,-1-1,0-2,0-1,-1-2,-1-1,38-25,-44 24,-1-1,-1-2,-1 0,-1-1,0-1,27-38,-33 37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1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1 422,'1'-5,"1"0,0 0,0 1,0-1,0 1,1-1,0 1,0 0,0 0,0 0,1 0,7-6,-6 6,15-19,0-1,17-29,19-23,-39 57,-2 0,0-1,-2-1,0 0,11-26,-24 47,1-1,-1 0,1 0,-1 0,0 1,0-1,1 0,-1 0,0 0,0 0,0 1,0-1,0 0,0 0,0 0,0 0,-1 0,1 1,0-1,0 0,-1 0,1 0,0 1,-1-1,1 0,-1 1,1-1,-1 0,-1-1,1 1,-1 0,0 1,0-1,0 0,0 0,0 1,0-1,0 1,0 0,0 0,0-1,-3 1,-2 1,-1-1,0 1,0 0,1 1,-1 0,-7 3,-5 8,4 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1.84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1 509,'33'-18,"-1"-1,-1-1,-1-2,44-41,93-117,-161 171,-1 1,1-1,-1 0,-1-1,6-15,9-18,-18 41,1-1,-1 1,0-1,0 1,0-1,0 0,0 1,-1-1,1 0,-1 0,1 0,-1 1,0-1,-1-5,0 6,1 1,-1-1,0 1,0-1,0 1,0 0,0 0,0-1,-1 1,1 0,0 0,-1 0,1 0,-1 0,1 0,-1 1,1-1,-1 0,1 1,-1-1,0 1,1 0,-1-1,0 1,-2 0,-13-2,1 0,-1 1,0 1,1 1,-1 0,1 1,-22 5,30-4,0-1,0 1,0 1,0 0,1 0,-1 0,1 1,0 0,1 0,-1 1,1 0,0 0,0 1,1-1,-9 15,3-3,2-1,0 1,1 1,0 0,2 0,0 0,1 1,-4 36,8-25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3.63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205 142,'-1'94,"3"109,-2-200,0 1,1-1,-1 1,1-1,0 0,0 1,0-1,0 0,0 1,1-1,-1 0,1 0,0 0,0-1,0 1,0 0,1-1,3 4,-2-3,0-1,0 0,0 0,0 0,1-1,-1 1,0-1,1 0,-1 0,1-1,-1 1,8-1,8-2,1 0,0-2,0 0,36-13,-36 10,-1-2,0 0,-1-1,0 0,0-2,-1-1,23-20,-19 16,5-6,32-32,48-44,-5 5,-94 85,-2 4,0-1,-1 0,0 0,0-1,4-7,-9 13,1 0,-1 0,1 0,-1 0,0 0,1 0,-1 0,0 0,0 0,0 0,0 0,0 0,0 0,0 0,0 0,0 0,-1 0,1 0,0 0,-1 0,1 0,0 0,-1 0,1 0,-1 0,0 0,1 1,-1-1,0 0,1 0,-1 1,0-1,0 0,0 1,0-1,1 1,-1-1,0 1,0-1,0 1,0 0,0-1,0 1,0 0,0 0,-2 0,-22-4,1 1,0 1,-1 2,1 0,-33 5,35-3,6 1,0 0,0 0,1 2,-1 0,1 1,0 0,1 1,0 1,0 0,0 1,1 1,0 0,1 0,0 2,-18 21,-72 78,-7 10,95-103,2 1,-16 30,-14 22,35-60,-29 43,33-50,0 1,1 0,0 0,0 0,0 0,0 0,1 0,-2 11,4-14,-1 0,0 0,1 0,-1 0,1 0,0 0,0 0,-1-1,1 1,0 0,1 0,-1-1,0 1,0-1,1 1,-1-1,1 1,-1-1,1 0,0 0,-1 0,1 0,0 0,0 0,0 0,0-1,0 1,0 0,0-1,0 0,2 1,11 1,0 0,-1-2,20 0,-22 0,50 0,11 1,88-11,-143 6,1-1,0-1,-1-1,0 0,-1-1,0-1,0-1,-1 0,0-1,-1-1,0-1,-1 0,19-22,-21 19,0-1,-1-1,-2 0,13-29,17-31,-29 68,-7 16,-6 23,-79 225,-8 29,74-229,-2-2,-33 69,22-58,17-38,-1-1,-1 0,-1-2,-2 1,-25 26,34-41,1-2,-1 1,-1-1,1 0,-1-1,0 0,0 0,0-1,-1 0,0-1,0 0,0 0,-19 1,-11 0,1-2,-53-5,31 1,29 2,1-2,-39-7,42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4.4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1 772,'0'-3,"1"1,0 0,-1 0,1 0,0-1,0 1,0 0,0 0,1 1,-1-1,1 0,-1 0,1 0,-1 1,1-1,0 1,2-2,41-26,-30 20,132-102,-6 5,209-140,-297 208,-33 25,-1-2,0 0,-1-1,23-25,-16 15,-20 21,0 1,0-1,0-1,-1 1,0-1,0 0,4-6,-8 11,0 1,0-1,0 0,0 0,0 1,0-1,-1 0,1 1,0-1,0 0,0 1,-1-1,1 0,0 1,-1-1,1 1,0-1,-1 0,1 1,-1-1,1 1,-1-1,1 1,-1-1,1 1,-1 0,1-1,-1 1,0 0,1-1,-1 1,0 0,1 0,-1 0,0-1,1 1,-1 0,0 0,0 0,1 0,-2 0,-36-2,33 2,-4-1,-91 4,89-2,-1 1,1 0,-1 1,1 0,0 1,-16 7,-4 7,1 0,0 3,2 0,1 2,0 0,2 2,-26 32,41-44,1 1,0-1,-7 16,-8 15,11-23,2 1,0 1,2 0,0 0,2 1,0 0,-4 39,6-18,1-1,3 1,5 59,-4-99,0-1,1 0,0 0,0 1,0-1,1 0,-1 0,1 0,0-1,0 1,0 0,0-1,1 1,0-1,-1 1,1-1,0 0,1-1,-1 1,0 0,1-1,0 0,-1 0,1 0,0 0,0 0,0-1,0 0,6 1,11 2,1-2,-1 0,0-2,38-3,-15 1,3 2,-31 1,0 0,0-2,0 0,0 0,0-2,19-5,-9-3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5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295 231,'-2'0,"0"1,-1 0,1 0,0 0,0 0,0 0,0 0,0 0,0 1,0-1,0 1,0 0,1-1,-1 1,1 0,-3 3,-24 38,25-37,-22 42,2 2,-24 74,11-25,-27 80,53-150,2 1,-8 56,18-156,-3 27,3 1,1-1,2 1,20-76,8 25,-14 44,12-53,-16 42,3 1,31-68,-46 118,1 0,0 1,1 0,0 0,0 0,0 0,1 1,0 0,1 0,0 1,7-6,-12 11,-1 0,0 1,0-1,0 1,0 0,1-1,-1 1,0 0,0 0,1 0,-1 0,0 0,0 0,1 0,-1 0,0 0,0 1,1-1,-1 0,0 1,0-1,0 1,1-1,-1 1,0 0,0-1,0 1,0 0,0 0,-1 0,1 0,0 0,0 0,0 0,-1 0,1 0,-1 0,1 0,-1 1,1-1,0 2,3 6,-1 1,1 0,2 17,-6-26,18 101,-14-69,1 0,2 0,2 0,0-1,27 58,-34-85,1-1,-1 0,1 0,0 0,1 0,-1 0,0-1,1 0,0 1,0-1,0-1,0 1,1 0,-1-1,1 0,-1 0,1-1,0 1,-1-1,10 2,14-1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6.70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0 298,'0'-5,"0"-5,5-7,1-8,9-5,1-2,4 0,-3-3,-4-1,1 7,-3 2,-2 7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7.43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1 268,'9'-4,"7"-7,2-5,-3-9,1-5,-3-2,1 5,-1 2,-4-4,6 4,1 1,-3 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0.97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85,'18'0,"0"1,0 0,0 1,0 1,0 1,-1 0,0 1,1 1,27 14,-4-1,0-2,1-1,0-3,1-1,71 9,-17-11,146-4,-147-5,69-4,-160 2,0 0,0 0,1 0,-1-1,-1 0,1 0,0-1,0 1,-1-1,1 0,-1 0,0-1,0 1,0-1,-1 0,1 0,-1 0,0 0,0 0,3-6,5-12,-1 1,0-1,7-26,-12 31,4-9,-2 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3.3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0,'1'5,"1"-1,-1 1,1-1,0 1,0-1,1 0,5 7,2 7,-4-8,-1 0,1 0,0 0,1-1,1 0,-1 0,1-1,0 0,1-1,0 1,16 8,-13-9,0-1,1-1,-1 0,1-1,0-1,0 0,1 0,-1-1,24 0,293-3,-129 0,-189 1,0 0,0-1,1-1,-1 0,18-5,-24 5,-1 0,1-1,-1 0,0 0,0 0,0 0,0-1,-1 0,1 0,-1 0,0-1,0 1,4-7,-7 8,14-17,-2-1,18-38,-20 31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5.25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0 283,'368'0,"-360"1,-1-2,0 1,0-1,1 0,-1 0,0-1,0 0,0 0,-1-1,1 0,0 0,-1-1,0 1,0-1,0-1,0 1,-1-1,0 0,0 0,0-1,0 1,-1-1,0 0,3-7,25-46,-24 46,0-1,-1-1,0 0,-1 0,8-29,-13 28,-6 13,-10 23,5 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00.7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1,'9'0,"7"0,10 0,1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01.95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362 0,'-4'0,"-11"0,-7 0,-4 0,-3 0,-5 0,-1 0,1 0,1 0,-2 0,4 5,4 1,5 9,8 2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41.70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 56,'15'1,"-1"1,0 1,0 0,0 1,0 1,-1 0,26 13,26 10,93 14,-28-10,-119-28,-1-2,0 1,1-2,-1 1,1-1,15-1,-21 0,0-1,0 0,0 0,-1 0,1-1,0 1,-1-1,1 0,-1 0,0-1,0 1,1-1,-2 0,1 0,0-1,3-3,12-12,1 1,1 1,42-26,17-14,-65 40,-15 17,0 0,-1-1,1 1,0 0,-1 0,1 0,0-1,-1 1,1 0,0 0,-1 0,1 0,0 0,-1 0,1 0,-1 0,1 0,0 0,-1 0,1 0,0 0,-1 0,1 0,-1 0,1 0,0 1,-1-1,1 0,-1 0,-40 18,24-8,0 1,1 1,1 0,0 1,-25 30,5-6,-62 54,63-65,0-2,-2-2,-45 21,59-32,-2 0,1-2,-1-1,-1-1,-25 4,35-8,0-1,0-1,0 0,0-1,0-1,0 0,0-1,0-1,-24-7,35 8,1 1,0-1,0 0,1 0,-1 0,0 0,1 0,-1-1,1 1,0-1,-1 1,1-1,1 0,-1 0,0 0,1 0,-1 0,1-1,0 1,0 0,0-1,1 1,-1-5,-1-11,1 1,1-1,3-23,-2 11,-1-2,3-44,-3 72,0 1,1 0,0 0,0 0,0 0,0 1,1-1,0 0,0 0,0 1,0-1,0 1,1 0,4-6,-5 8,0-1,1 1,-1-1,1 1,-1 0,1 0,-1 0,1 0,0 1,-1-1,1 1,0-1,-1 1,1 0,4 1,16 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08.22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65,'5'0,"5"0,6 0,9 0,5 0,2 0,0 0,3 0,1 0,-2 0,-2 0,-6 0,1 0,-4-9,-1-2,-5-5,0 0,-4 4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10.01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22,'4'0,"11"0,7 0,5 0,2 0,5 0,1 0,-1 0,-1 0,-7-5,2-1,-1 0,-8 1,-7 7,-11 2,-10 5,-3 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3.72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0,'7'1,"-1"0,0 0,0 1,0-1,0 1,0 1,-1-1,1 1,0 0,-1 0,0 1,0-1,5 6,10 8,28 34,-19-17,-1 2,30 53,36 84,-45-81,49 121,-57-118,-20-34,-17-47,1 0,0 0,12 23,-17-37,0 0,0 0,0 0,0 1,0-1,0 0,0 0,0 0,0 0,0 0,0 0,0 0,0 0,0 0,0 0,0 1,0-1,0 0,1 0,-1 0,0 0,0 0,0 0,0 0,0 0,0 0,0 0,0 0,0 0,0 0,0 0,0 0,1 0,-1 1,0-1,0 0,0 0,0 0,0 0,0 0,0 0,0 0,0 0,1 0,-1 0,0-1,0 1,0 0,0 0,0 0,0 0,0 0,0 0,0 0,0 0,0 0,1 0,-1 0,0 0,0 0,0 0,0 0,0 0,0 0,0-1,1-8,-2-13,-5-7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4.05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1,'0'9,"0"12,0 7,0-1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4.58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31,'2'34,"2"-1,1 1,13 45,-1-9,23 208,-16-85,-22-181,1 0,0 0,0-1,2 1,5 11,-9-21,0 1,0-1,1 0,-1 0,1 0,-1 0,1 0,0-1,0 1,0 0,0-1,0 1,4 1,-5-3,1 1,0-1,-1 0,1 0,0 0,-1 0,1 0,-1 0,1 0,0 0,-1-1,1 1,-1 0,1-1,0 0,-1 1,0-1,1 0,-1 0,1 0,-1 0,0 0,2-2,2-1,-1-1,0 1,0-1,0 0,0-1,-1 1,0-1,5-11,14-53,-12 35,4-19,9-62,11-47,-27 143,1 1,1 0,0 1,2 0,0 1,1 0,0 0,1 1,1 1,1 0,0 1,28-19,-21 18,0 0,1 1,0 2,2 1,-1 0,1 2,0 1,1 0,38-4,-55 11,-1 0,1 0,-1 1,15 1,-21 0,0-1,1 1,-1-1,0 1,0 0,1 0,-1 0,0 0,0 0,0 1,0-1,0 0,-1 1,1 0,0-1,-1 1,1 0,-1 0,1 0,-1 0,2 4,2 8,0 1,-1-1,0 1,-1 0,2 26,-3 81,-3-79,-1 84,4 113,3-195,15 55,-11-56,7 57,-16-87,1-6,-1-1,1 1,0 0,4 13,-5-20,0-1,0 1,1-1,-1 1,0-1,0 0,0 1,0-1,1 1,-1-1,0 0,0 1,1-1,-1 0,0 1,1-1,-1 0,0 0,1 1,-1-1,0 0,1 0,-1 1,1-1,-1 0,0 0,1 0,-1 0,1 0,-1 0,0 0,1 0,-1 0,1 0,-1 0,1 0,-1 0,1 0,-1 0,0 0,1 0,-1 0,1-1,-1 1,0 0,1 0,-1 0,0-1,1 1,-1 0,0-1,1 1,-1 0,0-1,0 1,1 0,-1-1,0 1,0-1,0 1,1-1,14-26,-14 25,12-29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5.09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222 1,'0'1357,"-1"-1397,-2 0,-2 1,-11-44,-39-115,35 131,-96-292,114 356,1-1,0 0,1 0,-1 0,0 0,1 0,0 0,0 0,0 0,1 0,-1 0,1 0,0 0,0 0,1 0,-1 1,1-1,-1 0,1 1,4-6,-1 4,-1 1,0 0,1 0,0 1,0-1,0 1,1 0,-1 0,1 1,0 0,-1 0,1 0,6-1,26-3,1 1,-1 2,74 4,17-1,-38-5,202-9,-239 14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7.3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1,'683'0,"-656"0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7.7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0,'1042'0,"-1011"0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8.58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314 1,'-2'35,"-3"-1,-1 1,-1-1,-2 0,-15 37,6-14,11-36,-1 1,-1-1,-1-1,-1 0,-22 30,26-40,-1 1,-1-2,0 1,0-1,-1 0,0-1,0 0,-1-1,0 0,-1-1,-12 6,23-12,0 1,0 0,0-1,0 1,0-1,0 0,0 1,0-1,-1 0,1 0,0 0,0 1,0-1,0 0,0-1,-1 1,1 0,0 0,0 0,0-1,0 1,0 0,0-1,0 1,0-1,0 0,0 1,0-1,-1-1,1 1,1-1,0 1,0 0,0-1,0 1,0-1,0 1,0-1,0 1,1-1,-1 1,0 0,1-1,-1 1,1 0,0-1,-1 1,1 0,0 0,0 0,0-1,0 1,1-1,4-5,1 1,-1 0,1 0,1 0,-1 1,1 0,0 1,8-4,74-28,-73 30,22-5,0 2,1 1,-1 2,1 2,0 1,0 2,1 2,67 11,-90-9,1 1,-1 0,-1 2,1 0,-1 1,0 0,-1 2,21 13,-29-17,0 1,0 0,-1 1,1 0,-1 0,-1 0,1 1,-1 0,-1 0,1 1,-2 0,1 0,-1 0,0 0,-1 1,4 17,12 51,-14-61,0 1,-1 0,-1 0,1 24,-4-36,0 0,-1 0,1 0,-1 0,-1-1,1 1,-1 0,0 0,-1-1,1 1,-1-1,0 0,0 0,-1 0,1 0,-1 0,-6 4,-2 2,-2 0,0-1,0-1,-1 0,0-1,0 0,-1-1,-19 5,-135 30,-36-10,168-27,36-5,-6 1,-1 0,1 0,0-1,-13-1,19 1,0 0,0-1,0 1,0-1,1 1,-1-1,0 0,0 0,0 0,1 0,-1 0,0 0,1 0,-1-1,1 1,0-1,-1 1,1-1,0 1,0-1,0 0,0 0,-1-2,-5-18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8.91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30,'0'-1,"0"0,1 1,-1-1,0 0,0 0,0 1,1-1,-1 0,1 1,-1-1,0 0,1 1,-1-1,1 1,-1-1,1 1,-1-1,1 1,0-1,-1 1,1-1,0 1,-1 0,1 0,0-1,-1 1,2 0,23-5,-21 4,105-7,148 8,-115 2,567-1,-663-1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9.28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0,'0'14,"0"4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9.6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437 1,'1'31,"10"54,1 12,-10-56,-1 0,-11 74,6-90,-1-1,-1 0,-2 0,0-1,-1 0,-14 23,-12 11,-2-2,-2-1,-3-3,-2-1,-82 72,59-63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5.10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1,'761'0,"-743"1,0 1,1 1,-1 1,0 0,17 8,-14-5,0-1,42 6,228-8,-152-7,856 3,-964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6.5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11,'991'0,"-979"0,0 0,22-5,-13-1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9.14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270 664,'517'0,"-512"0,0 0,0 0,-1 0,1-1,0 0,0 0,-1 0,1-1,-1 0,1 1,7-6,-10 5,1 0,0-1,-1 1,0-1,1 1,-1-1,0 0,-1 0,1 0,0 0,-1 0,1-1,-1 1,0 0,0-1,-1 1,1-5,3-29,-3 0,-5-68,0 16,4 77,-2 0,1 0,-2 1,1-1,-2 1,-5-15,-36-67,16 36,26 52,0 0,-1 0,1 0,-1 1,0 0,-1-1,1 2,-1-1,1 0,-1 1,0 0,-1 0,1 0,0 1,-1 0,1 0,-1 0,0 0,-9 0,-13-2,1 1,-51 1,70 2,-425 3,427-3,0 0,0 0,0 0,0 1,0 0,0 1,0-1,0 1,-7 3,10-3,1 0,-1 0,1 0,-1 0,1 0,0 1,-1-1,1 1,1-1,-1 1,0 0,1 0,-1 0,1 0,0 0,0 0,0 0,0 0,0 5,-1 12,1 0,1 0,0 0,2 0,0 0,10 38,-6-28,5 61,-12-56,0 25,2-56,-1 0,1 0,-1 0,1 0,0 0,1 0,-1-1,1 1,-1 0,1-1,3 5,-2-5,-1-1,1 0,-1 0,1 0,0 0,0-1,0 1,0-1,0 1,0-1,0 0,1-1,-1 1,0 0,6-1,55 0,-47-1,403-4,-372 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1.2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2170,'54'0,"14"-1,0 2,0 4,88 16,-37 8,142 28,21 11,-35-6,54 14,-107-24,-98-33,0-3,0-5,170-2,-102-8,130-4,-130-20,-143 20,-1-1,0-1,0-1,0-1,29-14,41-13,-26 13,104-49,-79 31,-42 19,74-43,-79 40,1 1,87-29,-16 7,86-29,-167 61,38-18,-41 16,49-15,-19 12,-6 4,-2-3,1-2,55-29,-68 29,0 1,66-17,25-11,-103 34,104-40,-110 45,0 0,0 1,0 2,30-2,-44 5,0 0,0-1,0 0,0 0,-1-1,1 0,-1 0,1-1,-1 0,0 0,0-1,0 0,0 0,-1 0,1-1,-1 0,0-1,-1 1,1-1,-1 0,5-8,1 0,-1-1,-1 0,0 0,-1-1,-1 0,0-1,6-27,14-46,11-47,-35 121,-2 1,0 0,-1-1,0 1,-1-1,-1 1,-1 0,0 0,-1 0,0 0,-1 0,-1 1,0 0,-1 0,-1 1,0-1,0 2,-2-1,-10-11,-24-25,-1 2,-3 1,-69-51,12 29,-2 5,-189-82,185 102,-2 5,-214-42,90 14,165 42,0 4,-80-13,91 24,-156-14,10-2,24 1,-249 18,274 8,136-2,1 1,0 0,0 2,0 1,1 0,-1 2,1 0,0 1,0 2,1 0,-28 17,16-7,-2-1,1-2,-2-1,0-2,-44 11,-56 23,58-16,-103 47,122-44,40-23,-1 0,-21 9,-242 97,224-98,-112 24,160-41,-8 2,1 2,0 0,-20 10,18-8,1 0,-29 8,1-5,-1-1,1 2,1 2,0 1,-46 25,-64 54,139-83,1 1,0 1,1 0,0 1,-20 28,3-4,17-23,0 1,1 0,1 1,0 0,2 1,0 0,0 1,2 0,-6 24,8-28,0 0,-12 24,11-27,1 1,0-1,0 1,-3 20,-8 165,9-151,3 0,2 92,3-113,2 0,2 0,0-1,1 1,1-1,21 46,3-10,52 79,-66-114,-3-4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4.83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31,'28'-10,"0"-1,30 5,1 2,83 6,-42 0,1097-2,-1157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5.6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1,'11'0,"0"2,-1-1,1 1,14 5,9 1,372 69,193 19,-212-41,184 15,-514-67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9.7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29,'1'-1,"-1"0,0 1,1-1,-1 0,1 0,-1 0,1 1,0-1,-1 0,1 1,0-1,-1 0,1 1,0-1,0 1,-1-1,1 1,0-1,0 1,0 0,0-1,0 1,0 0,1 0,28-6,-29 6,85-8,144 8,-106 2,-9-2,-87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0.1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0,'4'0,"7"0,14 0,7 0,4 0,8 0,1 0,-1 0,-5 0,4 0,0 0,-2 0,-1 0,-1 0,-3 0,-4 0,2 0,-4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0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337 1,'-3'5,"-1"0,0 1,1 0,0-1,1 1,-1 0,-2 10,-4 9,-8 19,-3-2,-1 0,-2-1,-40 53,20-36,28-36,-1 0,-1-2,-24 24,24-33,17-11,-1 0,1 0,0 0,0 0,0 0,-1 0,1 0,0 0,0 0,-1 0,1 0,0 0,0 0,-1 0,1 0,0 0,0 0,0 0,-1 0,1 0,0 0,0-1,0 1,-1 0,1 0,0 0,0 0,0 0,-1-1,1 1,0 0,0 0,0 0,0-1,0 1,-1 0,1-2,1 0,-1 1,0-1,0 0,1 1,-1-1,1 0,-1 1,1-1,0 1,0-1,-1 1,1-1,0 1,0-1,1 1,0-2,23-22,32-28,2-1,79-78,-117 113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1.01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169 1,'0'9,"0"7,0 6,0 4,0 5,0 3,0 0,-9-5,-8-9,-5-7,-3-5,-7-5,-2-3,5-1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1.5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0,'5'0,"5"0,2 9,2 3,9 0,5-3,1-2,2-3,3-2,-3-1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2.78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62 369,'-1'51,"-7"59,4-86,0-1,-2 0,0 0,-17 37,16-47,5-15,10-24,49-106,-40 88,33-63,-49 106,0-1,0 0,0 1,0-1,1 0,-1 1,0-1,1 1,-1 0,1-1,0 1,-1 0,1 0,0 0,0 0,2-1,-3 2,0 0,0 0,0 1,0-1,0 0,0 0,0 0,0 1,0-1,0 0,0 1,0-1,0 1,0-1,0 1,0 0,-1-1,1 1,0 0,0-1,-1 1,1 0,0 0,-1 0,1 0,-1 0,1 0,-1-1,0 1,1 0,-1 0,0 2,6 14,-3-10,-1 0,1 1,0-2,6 11,-7-14,0-1,0 1,0-1,1 0,-1 0,0 0,1 0,-1-1,1 1,0-1,0 1,-1-1,1 0,0 0,3 1,5 0,0-1,0 0,0 0,-1-1,1 0,0-1,0-1,0 1,-1-2,13-3,16-7,51-25,-51 20,62-25,-17 9,155-89,-204 101,-12 9,-1-2,0 0,-1-2,35-34,-54 49,-1 0,1 0,0 0,-1 0,1-1,-1 1,0-1,0 1,0-1,0 1,0-1,-1 0,1 1,-1-1,1-3,-2 5,1-1,0 1,-1 0,1 0,-1 0,1 0,-1 0,1 0,-1 0,0 1,1-1,-1 0,0 0,0 0,0 1,0-1,1 0,-1 1,0-1,0 1,0-1,0 1,-1-1,1 1,0 0,0 0,0-1,0 1,0 0,0 0,0 0,-1 0,1 0,0 0,0 1,0-1,-2 1,-11 1,-1 1,1 1,1 0,-1 1,0 0,1 1,0 0,1 2,-1-1,1 1,1 1,-14 13,-7 9,1 1,-45 61,29-34,29-39,1 1,1 0,-20 37,6-2,8-16,-30 78,48-106,0 1,1 0,0 0,1 0,0 0,1 0,1 0,0 1,1-1,4 24,-4-34,-1 1,1-1,0 0,0 1,1-1,-1 0,1 0,-1 0,1 0,0-1,0 1,0 0,1-1,-1 1,1-1,-1 0,1 0,0 0,4 2,0-1,0-1,0 0,0 0,0 0,1-1,-1-1,0 1,9-1,267-5,-241 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3.58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148 0,'-1'7,"-1"0,0 0,-1-1,1 0,-1 1,-1-1,1 0,-1 0,0-1,-5 7,-7 10,3 2,1 2,1-1,1 2,-12 50,6-19,11-46,0 4,7-14,6-8,91-83,34-27,-89 80,-18 15,0 1,29-18,-28 23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3.9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0,'0'5,"0"5,0 6,0 10,0 4,0 1,0 1,5-5,5-8,6-7,5-5,-1-4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5.54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60 344,'0'-5,"1"-1,0 0,0 1,0-1,1 1,0 0,0-1,0 1,5-8,32-45,-18 30,23-24,-36 44,-1 0,1 0,-1 0,-1-1,0 0,0-1,0 1,6-18,-12 26,0 1,1-1,-1 1,0-1,0 0,0 1,0-1,1 1,-1-1,0 0,0 1,0-1,0 0,-1 1,1-1,0 1,0-1,0 0,0 1,-1-1,1 1,0-1,0 1,-1-1,1 1,0-1,-1 1,1-1,-1 1,0-1,0 0,0 1,0 0,-1 0,1 0,0-1,0 1,-1 0,1 0,0 1,0-1,-1 0,1 0,-2 1,-38 18,41-19,-11 8,0 0,0 1,1 0,1 1,-1 0,2 1,-1-1,-9 19,-6 5,14-20,1 0,0 1,2 0,-1 0,2 1,-5 17,10-31,0 0,1 0,0 0,-1 0,1 0,0 0,0 0,0 0,0 0,0 0,1 0,-1 0,1 0,-1 0,1 0,0 0,-1 0,1 0,0 0,0-1,1 1,-1 0,0-1,0 1,1-1,-1 1,1-1,0 0,-1 1,1-1,0 0,-1 0,1 0,0-1,0 1,0 0,0-1,0 1,0-1,2 1,12 1,-1 0,1-1,-1-1,22-2,-15 1,125 1,75-4,-214 3,-1 0,1-1,-1 0,0 0,1 0,-1-1,0 0,0-1,-1 1,1-1,-1 0,0-1,0 0,0 0,-1 0,1-1,5-7,6-11,0-1,-2-1,15-31,-1 0,-20 43,-4 6,0-1,0 1,-1-1,5-13,-8 21,-1 0,0 0,1 0,-1 0,0-1,0 1,1 0,-1 0,0-1,0 1,-1 0,1 0,0-1,0 1,0 0,-1 0,1 0,-1-1,1 1,-1 0,1 0,-1 0,0 0,1 0,-1 0,0 0,0 0,0 0,0 1,0-1,0 0,0 0,0 1,0-1,0 1,0-1,0 1,0-1,-1 1,1 0,-1-1,-2 1,-1-1,1 1,0 0,0 1,0-1,0 1,0-1,0 1,0 0,0 1,0-1,0 1,1-1,-1 1,1 0,-1 1,1-1,0 1,-1-1,1 1,-3 4,-3 2,1 0,0 1,1 0,0 1,-10 19,14-23,-31 74,31-72,0-1,1 1,0 0,1 0,0 0,0 0,1 13,1-19,-1 0,1 0,0 0,-1 0,1 0,1-1,-1 1,0 0,1-1,-1 1,1-1,0 0,0 1,0-1,0 0,0 0,1 0,-1 0,0-1,1 1,0-1,-1 1,1-1,0 0,-1 0,1 0,0 0,6 0,7 2,0-1,0-1,0-1,17-1,-20 0,23 1,-13 0,44-6,-60 5,1-1,-1 0,1 0,-1-1,0 0,0 0,-1-1,1 1,10-10,100-74,-61 47,79-74,-99 80,-36 34,0 0,0 0,0 0,0-1,0 1,0 0,1 0,-1 0,0 0,0 0,0 0,0 0,0 0,0 0,0 0,1 0,-1 0,0-1,0 1,0 0,0 0,0 0,0 0,1 0,-1 0,0 0,0 0,0 0,0 0,0 0,0 0,1 1,-1-1,0 0,0 0,0 0,0 0,0 0,0 0,0 0,0 0,1 0,-1 0,0 0,0 0,0 1,0-1,0 0,0 0,0 0,0 0,0 0,0 0,0 1,0-1,0 0,0 0,0 0,0 0,0 0,0 1,-1 13,-6 16,-2 1,1 1,2 0,1 0,1 1,2 0,3 44,-1-73,0-1,1 1,-1-1,1 0,0 0,0 1,0-1,0 0,0 0,1 0,-1 0,1 0,0 0,0 0,0-1,0 1,0-1,1 0,2 3,-1-3,0 1,1-2,-1 1,0 0,0-1,1 0,-1 0,1 0,-1-1,1 1,-1-1,1 0,6-1,11-1,0-1,0-1,-1-1,1-1,-1-1,22-10,-11 1,-2-1,0-1,31-25,12-11,99-57,-84 55,-89 56,1 0,0 1,0-1,0 1,-1-1,1 0,0 1,0-1,0 1,0-1,0 1,0-1,0 1,0-1,0 0,0 1,0-1,0 1,1-1,-1 1,0-1,0 0,0 1,1-1,-1 1,0-1,0 0,1 1,-1-1,0 0,1 1,-1-1,0 0,1 0,-1 1,0-1,1 0,-1 0,1 0,-1 1,0-1,1 0,-1 0,1 0,-1 0,1 0,-1 0,1 0,-1 0,0 0,1 0,-1 0,1 0,-1 0,1 0,-1-1,0 1,1 0,-1 0,1 0,-1-1,0 1,1 0,-1 0,0-1,1 1,-1 0,0-1,1 0,-10 36,0-20,0 0,-1 0,0-1,-2 0,1 0,-15 11,-25 32,7-15,27-28,0 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5.8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1,'44'0,"251"6,-229-1,1 2,92 25,65 46,-114-37,-55-21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7.08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485 2,'-74'-1,"-85"3,150-1,-1 0,1 1,0 0,0 0,1 1,-1 0,0 1,1 0,0 0,0 1,0 0,-12 11,6-3,1 0,1 1,0 0,1 1,-14 24,18-25,1-1,0 1,1 0,1 1,0-1,1 1,1-1,0 1,1 0,1 17,0-15,1 1,1-1,1 0,0 1,1-1,1-1,0 1,11 21,-13-33,1 0,-1 0,1 0,0-1,0 1,0-1,1 0,0 0,0-1,0 0,9 5,7 3,39 11,-16-6,-1-1,1-3,0-1,0-2,66 4,-56-7,-15-1,-1-2,0-2,1-1,-1-2,1-1,-1-2,53-15,-74 15,0-2,0 0,0-1,-1-1,0 0,0-1,-1-1,-1 0,0-1,18-19,16-17,-29 28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7.79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58 270,'11'1,"1"-1,-1 0,0-1,1 0,-1-1,0-1,0 1,0-2,0 1,0-2,-1 1,0-1,0-1,0 0,-1 0,0-1,0 0,0-1,9-11,-15 17,13-15,0 0,0-1,-2-1,24-41,-37 59,-1 0,1 0,-1 0,1 0,-1 0,0 0,0 0,1 0,-1-1,0 1,0 0,0 0,0 0,0 0,0 0,0-1,-1 1,1 0,0 0,-1 0,1 0,-1 0,1 0,-1 0,0-1,-1 0,1 1,-1-1,0 1,0 0,0 0,0-1,0 1,0 1,0-1,0 0,0 0,-3 0,-9-1,1 1,-1 0,-19 1,24 0,4 1,-15-2,0 2,1 1,-36 7,48-8,1 1,0 1,0-1,1 1,-1 0,1 0,-1 1,1-1,0 1,0 0,1 1,-1-1,1 1,0 0,0 0,-3 6,-2 7,0 0,1 1,2 0,-1 0,2 0,1 1,0 0,2 0,0 0,1 0,3 34,-1-51,-1 0,1 0,0 0,0 0,0 0,0 0,0-1,1 1,-1 0,1-1,0 1,0-1,0 0,0 0,0 1,0-1,1 0,-1-1,0 1,1 0,0-1,-1 0,1 1,0-1,0 0,0 0,0-1,0 1,0 0,3-1,13 2,1 0,-1-2,33-3,-25 1,169 1,42-2,-205-1,-3-2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8.5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 1,'0'299,"0"-346,-2 19,2 1,7-51,-6 74,1-1,0 1,-1 0,1 0,1-1,-1 2,1-1,-1 0,1 0,0 1,0 0,1-1,-1 1,1 1,-1-1,1 0,6-2,6-4,1 1,0 1,18-6,-26 10,0 1,1-1,-1 2,1-1,17 0,-23 2,-1 1,1-1,-1 0,0 1,1 0,-1 0,1 0,-1 0,0 0,0 1,0-1,0 1,0 0,0 0,0 0,-1 1,1-1,-1 0,5 6,5 10,-1 1,0 0,-1 0,14 42,-23-59,0 1,0 0,0-1,-1 1,1 0,-1 0,0 0,0-1,0 1,0 0,0 0,0 0,-1-1,1 1,-1 0,0 0,0-1,0 1,0-1,0 1,-1-1,1 1,-1-1,0 0,1 0,-1 1,0-1,0 0,-1-1,1 1,0 0,0-1,-1 1,1-1,-1 0,0 0,1 0,-1 0,0 0,-4 0,-12 3,0-1,-1-1,1-1,-34-3,40 2,-22-1,5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9.09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30 1,'0'44,"1"12,-2 0,-15 90,14-134,-4 25,4-32,1-22,0-1,0 5,1 0,0 0,0 0,1 0,1 0,1 0,-1 0,2 0,8-20,-10 30,1-1,-1 1,1 0,0 0,0 1,0-1,1 1,-1 0,0-1,1 1,0 1,-1-1,1 0,0 1,0 0,0 0,0 0,4 0,12-1,1 0,27 2,-28 0,1501 72,-1516-72,33 3,76 15,-68-4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9.7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83 459,'0'-1,"0"-1,1 1,-1 0,1-1,0 1,-1 0,1-1,0 1,0 0,0 0,0 0,0 0,0 0,0 0,0 0,0 0,1 0,-1 0,2 0,28-15,-28 14,25-10,159-80,-160 76,-1-1,0 0,-1-2,36-36,-56 49,1-1,-2 0,1 0,-1 0,0-1,0 1,-1-1,0 0,0 0,-1 0,2-13,-3 18,-1 0,1 0,-1 1,0-1,0 0,0 0,0 0,-1 0,1 1,-1-1,1 0,-1 0,0 1,0-1,0 0,-1 1,1-1,-1 1,1 0,-1-1,0 1,0 0,0 0,0 0,0 0,0 0,0 1,-1-1,1 1,-1-1,1 1,-1 0,0 0,1 0,-1 0,-4 0,-25-3,0 2,0 1,-52 5,6 0,62-4,0 1,0 0,1 1,-25 6,34-6,0 0,0 1,1 0,-1 0,1 0,0 1,-1-1,1 1,1 0,-1 1,1-1,0 1,0 0,-6 9,-1 4,1 0,0 1,-12 35,19-45,0 0,1 0,0 0,1 0,0 0,0 0,1 0,0 0,0 0,1 1,3 11,-3-18,1 0,-1 1,1-1,0 0,0 0,1 0,-1 0,1 0,-1 0,1-1,0 1,0-1,0 0,0 0,0 0,1 0,-1-1,1 1,-1-1,1 0,6 2,9 1,0-1,37 2,-47-4,291 0,-148-3,-134 0,1 0,-2-2,1 0,0-1,-1 0,0-2,21-10,-10 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06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84 1,'1'34,"-2"0,-2 1,-1-1,-1 0,-2-1,-15 44,18-66,-28 92,30-95,1 1,-1 0,1-1,1 1,0 0,0 0,0 0,1-1,4 16,-5-22,1 0,0-1,-1 1,1-1,0 1,0 0,0-1,0 1,0-1,1 0,-1 1,0-1,1 0,-1 0,0 0,1 0,-1 0,1 0,0 0,-1 0,1-1,0 1,0-1,-1 1,1-1,0 0,0 1,-1-1,1 0,0 0,0-1,0 1,0 0,-1 0,1-1,0 1,-1-1,1 0,2-1,10-3,-1-1,0-1,-1 0,12-10,-12 9,14-10,-2-2,44-45,-66 62,20-19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40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1,'0'4,"0"11,0 7,0 5,0 2,0 4,0 3,0-2,0-1,0 2,0-9,0-14,0-12,0-17,0-4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7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1,'5'0,"14"0,9 4,14 11,3 8,3 3,3-2,6 0,7 4,1 2,8 0,5-4,-6-3,-11 4,-12-2,-4-2,-11 1,-10-5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2:59.85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321 558,'-1'0,"0"0,0 1,0-1,0 1,0-1,0 1,0-1,0 1,0 0,0-1,1 1,-1 0,0 0,0-1,1 1,-1 0,0 0,1 0,-1 0,1 0,-1 0,1 0,0 0,-1 1,1-1,0 0,0 0,0 2,-5 38,5-34,-6 448,9-264,-1 28,-15 446,10-627,-2 0,-1 0,-2 0,-2-1,-1 0,-2-1,-1-1,-21 37,25-63,5-16,1-25,4 30,-2-184,-4-56,-8-30,-38-338,15 370,-10-302,47 532,0 1,0-1,0 0,3-15,-2 22,-1 1,1-1,0 1,-1 0,1 0,0-1,1 1,-1 0,0 0,1 0,-1 0,1 0,-1 1,1-1,0 0,0 1,0-1,0 1,4-2,5-1,0 2,0 0,0 0,1 1,-1 0,1 1,-1 1,0-1,18 5,-2-2,1334 63,415-55,-1260-13,2-7,824-121,-312-41,-814 141,409-3,-312 36,-303-3,-1 1,1 1,-1-1,1 2,-1-1,0 1,0 1,0-1,-1 1,12 8,9 7,41 35,-33-24,27 22,-3 2,-1 3,-4 2,-2 3,-2 2,-4 2,-2 3,60 122,26 74,61 135,-121-241,26 61,-77-165,-3-1,13 65,-30-115,0 0,-1 0,1 0,-1 0,0 0,0 0,0 0,-1 0,1 0,-1 0,-1 5,1-7,-1 0,1 0,0 0,-1 0,1 0,-1 0,0 0,0 0,1-1,-1 1,0-1,0 1,-1-1,1 0,0 0,0 1,-1-2,1 1,-4 1,-12 2,0 0,-1-1,1-1,-24 0,-80-6,81 1,-969-84,436 30,-694-66,-404-34,110 71,-311 56,1861 30,-202 6,154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3:01.36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3808 1,'-7'0,"-1"2,1-1,0 1,0 0,0 1,0-1,0 1,0 1,-8 5,-12 5,-251 125,-100 46,269-136,-512 243,-213 124,122-107,342-155,264-98,80-40,-1-2,-1 0,-40 13,60-25,1 0,-1 0,0-1,0 0,1 0,-1-1,0 0,-13-2,19 2,-1-1,0 0,0 0,0 0,0 0,1 0,-1 0,0-1,1 1,0-1,-1 0,1 0,0 0,0 0,0 0,0 0,0 0,0-1,0 1,1-1,0 1,-1-1,1 0,0 0,-1-4,0-5,0-1,1 1,0 0,1 0,1-1,3-23,22-78,-18 81,23-80,5 1,5 3,4 1,6 2,69-109,-98 178,8-14,2 1,2 1,2 2,51-51,-59 70,-13 13,1 0,27-19,-42 33,0 0,0 0,0 1,0-1,0 0,1 1,-1-1,0 1,0 0,1-1,-1 1,0 0,0 0,1 0,-1-1,0 1,2 1,-2-1,0 0,0 1,-1-1,1 1,0-1,-1 0,1 1,0 0,-1-1,1 1,-1-1,1 1,-1 0,1-1,-1 1,1 0,-1 0,1-1,-1 1,0 1,2 5,-1 0,0 0,0 0,0 1,-2 7,1-5,1 132,-6-1,-36 214,-61 114,73-368,-4-1,-72 147,85-208,3-8,-15 43,31-72,0 0,0 0,1 0,-1 0,1 0,-1-1,1 1,0 0,0 0,0 0,0 0,0 0,0 0,0 0,1 0,-1 0,1 0,-1 0,1 0,0 0,0-1,0 1,0 0,0-1,0 1,0-1,1 1,-1-1,1 1,-1-1,1 0,-1 0,1 1,0-1,-1-1,1 1,0 0,2 1,7 1,0 0,0-1,0 0,1 0,18-1,76-2,196-29,-256 24,753-95,-605 78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37.58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0,'565'16,"-287"-4,330 29,64 61,142 19,-439-74,400 40,-167-61,1-26,-265-2,-315 2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40.9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44,'0'-1,"1"0,-1 0,0 0,1 1,-1-1,1 0,0 0,-1 1,1-1,-1 0,1 1,0-1,0 0,-1 1,1-1,0 1,0-1,0 1,0 0,-1-1,1 1,0 0,0 0,0-1,1 1,29-5,-27 4,95-6,134 6,-111 3,480-1,-508 3,168 32,-78-8,316 11,-344-26,-3 0,-74-13,140-18,-130 9,-1 4,98 7,-53 0,463-2,-584-1,0-1,0 0,0-1,-1 0,1-1,-1 0,0-1,20-10,-19 8,0 1,1 0,0 1,1 0,-1 1,20-3,56 5,-64 2,-1 0,1-2,28-5,49-18,-82 18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49.46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152 741,'32'2,"56"9,13 2,-68-12,169 15,-120-8,-57-6,-1 0,0 1,0 1,27 10,-21-6,0-1,0-1,1-2,57 1,-34-2,38 9,-58-7,41 2,666-5,-358-4,81 2,-423-2,56-10,30-1,283 12,-193 2,-186-2,57-11,-55 6,46-1,-1 6,-33 2,-1-2,54-8,77-9,-18 3,-133 12,-1-1,0-1,0-1,0-1,-1-1,0-1,33-19,-48 23,-1 0,1 0,-1-1,0 1,0-1,-1-1,0 1,0-1,0 0,-1 0,0 0,0-1,-1 0,0 1,-1-1,4-17,-2-4,-1-1,-1 1,-3-42,1 45,0 17,-1 0,0 0,0 1,0-1,-1 1,-5-15,5 20,1-1,-1 1,0-1,0 1,-1 0,1 0,-1 0,1 0,-1 0,0 1,0-1,0 1,0 0,-1 0,1 0,-1 0,-5-1,-85-23,-2-1,51 14,0 2,-1 2,-83-6,95 11,-170-18,-65 1,176 13,44 5,1-2,-67-16,76 12,0 0,-1 3,0 1,-52 1,50 3,-55-10,-26-1,-123 13,-78-2,198-12,-39-1,-1058 15,1204 1,0 0,0 2,0 0,1 1,-31 13,-2-1,-50 10,-26 9,42-5,56-18,-1-1,0-2,-1-1,0-2,0-1,-40 3,52-8,-1 1,0 1,0 1,1 0,0 2,0 0,-22 11,37-16,1 0,0 1,0 0,1-1,-1 1,0 0,1 1,-1-1,1 0,-1 1,1-1,0 1,0 0,1 0,-1 0,0 0,1 0,0 0,-1 0,1 0,1 1,-1-1,0 0,1 0,-1 7,2-3,0-1,0 0,0 1,1-1,0 0,0 0,0 0,1 0,0-1,0 1,0-1,9 10,90 96,-25-31,-56-54,-8-11,28 26,-20-24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51.564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1 160,'5'-3,"-1"0,1 1,0-1,0 1,0 0,0 1,1-1,-1 1,0 0,1 0,-1 1,9-1,8-1,157-36,14-3,212 9,-210 21,105-3,1809 15,-2096 0,0 1,0 0,-1 1,1 0,0 1,15 7,-13-5,0-1,0 0,32 5,243-6,-150-7,90 3,-204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57.502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5908 83,'-338'0,"316"-2,0 0,1-1,-1-2,-25-8,20 5,-48-6,-65 8,93 6,-80-11,27-1,0 5,-141 8,90 1,-1272-2,1384 2,-60 10,-28 2,-544-13,322-3,-969 2,1286-1,-61-12,59 7,-48-2,-48 8,99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2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1326,'5'-2,"-1"-1,0 0,1-1,-1 1,0-1,-1 1,1-1,0-1,-1 1,5-8,25-55,-13 24,75-111,-53 81,70-92,65-57,-165 207,58-66,122-109,-87 86,-43 40,-11 3,-42 48,-8 13,-1-1,1 1,-1-1,0 1,1-1,-1 1,0-1,1 1,-1-1,0 1,0-1,1 1,-1-1,0 1,0-1,0 0,0 1,0-1,0 1,0-1,0 0,0 1,0-1,0 1,0-1,-1 1,1-1,0 0,-16-7,-31 5,41 3,-89 0,-261 5,297-2,0 3,0 2,-75 22,133-28,10 0,16 0,458-2,-195-2,-287 2,8 0,0 0,0 1,0-1,0 2,16 3,-23-4,-1-1,1 1,-1 0,1 0,-1 0,1-1,-1 1,1 1,-1-1,0 0,0 0,0 0,1 1,-1-1,0 0,-1 1,1-1,0 1,0 0,-1-1,1 1,0-1,-1 1,0 0,1-1,-1 1,0 0,0 0,0-1,0 1,0 0,0-1,-1 1,1 0,-1 0,1-1,-2 4,-7 16,-1-1,0 1,-1-2,-2 0,0 0,-26 28,3-1,1-1,8-11,-41 67,12-7,27-47,-32 69,-5 16,42-88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40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07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45 1,'0'5,"-5"5,-1 7,0 3,1 14,2 4,1 0,0 4,-2-3,-2-1,0-9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90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1,'13'197,"1"-22,-14-166,0-1,1 0,0 1,1-1,5 15,-7-22,0 0,1 0,-1 0,1 0,0 0,-1 0,1 0,0 0,-1 0,1 0,0 0,0 0,0-1,0 1,0 0,0 0,0-1,0 1,2 0,-1-1,-1 0,1 0,-1 0,1-1,-1 1,1 0,-1-1,0 1,1-1,-1 1,1-1,-1 0,0 1,1-1,-1 0,0 0,0 0,0 0,0 0,2-2,8-9,-3 4,0 0,0 1,0 0,16-10,-22 16,0 0,0 0,0 0,0 0,0 0,0 1,0-1,0 0,0 1,0 0,1 0,-1-1,0 1,0 1,0-1,1 0,-1 0,0 1,0-1,0 1,0 0,0 0,0 0,0 0,0 0,0 0,0 0,0 0,1 3,11 12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22.6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14388 3800,'18'1,"0"1,0 1,0 1,-1 0,1 1,-1 1,0 1,-1 0,0 1,27 18,9 10,80 72,-39-23,-4 3,-3 5,-4 3,-5 3,-4 4,-5 3,97 204,-154-287,74 183,-74-172,-1 1,-2 0,-1 1,3 41,-8-40,-1 1,-2 0,-5 37,4-60,-1-1,-1 1,0-1,-1 0,0 0,-1 0,0-1,-1 0,-1 0,-16 19,2-7,-2-2,-1-1,0 0,-2-2,0-1,-43 21,15-12,-2-2,-93 28,-1040 229,417-137,1-1,-3-25,-290-33,-166-77,830-12,-1249-92,679 2,863 82,-790-94,182-4,-435-105,477-19,583 193,0-5,3-3,2-4,3-4,-82-70,95 64,3-4,2-2,4-3,-83-122,98 120,2-1,4-3,3-1,4-2,-35-120,-67-164,27 88,44 99,27 79,4-2,-25-123,16 54,28 122,1-1,3 0,-4-53,0-65,-44-211,34 237,5-1,7-1,6-142,7-1026,0 1302,-4-43,-6 32,9 18,-1 0,1-1,-1 1,1 0,-1-1,0 1,1 0,-1 0,1 0,-1 0,0 0,1 0,-1 0,1 0,-1 0,0 0,1 0,-1 0,0 0,1 0,-1 0,1 1,-1-1,1 0,-1 0,0 1,1-1,-1 1,-27 18,1 2,1 0,0 2,2 1,-25 31,-33 33,43-51,-2-3,-1-1,-1-2,-77 41,-56 31,175-102,0-1,0 1,0 0,0-1,-1 1,1 0,0-1,-1 0,1 1,0-1,-1 0,1 0,0 1,-1-1,1 0,0 0,-1-1,1 1,-1 0,1 0,-2-1,2 0,0 0,0 0,1 0,-1 0,1 0,-1 0,1 0,-1 0,1 0,-1 0,1 0,0 0,0 0,-1 0,1 0,0 0,0 0,0 0,0 0,1-2,1-10,0 1,1 0,7-20,-6 23,13-38,2 1,3 1,1 0,2 2,2 1,51-61,-28 46,2 3,2 2,105-77,-121 104,77-37,-14 9,-97 50,0 1,0 0,0 0,0 0,1 0,-1 1,0-1,1 1,-1 0,1 1,7-1,-9 1,0 1,0-1,0 1,0 0,0 0,0 1,0-1,-1 0,1 1,0 0,-1-1,1 1,-1 0,0 0,1 1,-1-1,2 4,9 13,-1 1,-1 0,-1 0,-1 1,12 39,5 11,208 410,-228-469,2 0,-1 0,15 16,-1-8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30.85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30245 0,'0'17,"-2"0,0-1,-1 0,-1 1,0-1,-1-1,-1 1,-14 26,-8 7,-41 57,30-50,20-31,0-2,-1 0,-2-2,-31 26,-119 80,41-32,19-11,-140 79,131-84,7-4,103-68,-29 18,-2-2,0-2,-86 31,-21 2,-3 2,-51 13,-37 12,-296 43,347-92,-443 62,-102-50,157-6,375-20,71-7,-493 27,162-25,-82 1,-3323-13,1858-3,408-45,236-7,816 46,-166-4,647 9,-1088-53,-28 8,937 43,-1192-2,831 9,-1684-2,1659-13,19-1,-626 15,1050 7,-197 36,90-8,277-34,-478 61,305-34,-86 19,235-35,-17 3,39-11,-1 2,1 0,0 1,-28 14,-32 12,59-25,0 1,1 1,0 1,1 1,0 1,-34 29,-99 114,131-130,-90 88,66-70,2 3,-42 56,65-72,0 1,3 1,1 1,-20 53,-4 44,37-119,0 0,-1-1,0 0,-1 0,0 0,-1-1,-17 19,-15 24,-69 99,94-134,-29 25,-3 6,44-46,0 0,-1-1,1 0,-1 1,1-1,-1-1,0 1,0 0,0-1,-1 0,1 0,-1 0,-6 1,8-2,0-1,0 0,-1 0,1 0,0 0,0-1,0 1,0-1,0 0,0 0,0 0,0 0,1 0,-1 0,0-1,1 0,-1 1,1-1,-1 0,1 0,0-1,-4-3,-8-12,1-1,1-1,-14-29,-2-3,-80-167,89 176,-6-17,2-1,-28-116,42 133,2-1,2 0,2 0,6-88,-4 132,1-1,0 1,0 0,0-1,1 1,-1 0,0 0,0-1,1 1,-1 0,1-1,-1 1,1 0,-1 0,1 0,0 0,0 0,-1 0,1 0,0 0,1-1,-1 2,0 0,0 0,0 0,0 0,0 0,0 0,-1 1,1-1,0 0,0 1,0-1,-1 0,1 1,0-1,0 1,-1-1,1 1,0 0,-1-1,1 1,-1 0,2 1,4 7,1 0,-1 1,7 15,-3 0,-1 0,-1 0,-1 1,-2 0,0 0,1 37,-7 166,-3-100,4-99,-1-14,0 1,2-1,0 1,1-1,7 30,-7-43,-1 1,1-1,0 0,0 0,0-1,1 1,-1 0,0-1,1 1,0-1,0 0,0 0,0 0,0 0,0 0,0-1,0 0,6 2,8 3,1-2,26 4,-25-5,283 65,-236-52,110 12,70-9,-232-18,19 1,-15-2,0 1,26 5,-39-5,0 0,0 1,0-1,-1 1,1 0,-1 0,1 1,-1-1,0 1,0 0,0 0,-1 1,6 5,6 13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35.0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427 4404,'-2'-5,"0"0,0-1,0 1,-1 0,1 0,-1 1,-5-7,-1-2,-9-14,-37-43,1 2,3 2,34 45,1 0,0-1,2-1,0 0,-15-36,-1-12,21 54,1 0,1-1,1 0,0 0,1-1,-3-30,-3-73,-6-152,16 200,-1 32,8-75,-4 107,0-1,1 1,0 0,1 0,0 0,10-16,40-54,-23 37,-9 14,2 2,1 0,42-34,-31 28,36-41,-7 7,-41 44,28-34,-20 20,59-52,-25 26,95-79,-7 6,-114 94,-23 23,1 1,1 0,0 2,2 0,36-23,10 3,-17 8,99-39,-124 56,0-1,0-1,-1-1,32-25,10-6,127-85,-176 118,8-8,0 0,-2-2,26-31,-8-4,-34 46,0 0,1 0,0 1,0 0,1 0,17-13,-19 18,-1 0,0-1,0 0,0 0,0 0,-1-1,0 0,-1 0,1 0,-2 0,1-1,-1 1,3-11,0-6,-1 0,-1 0,0-28,-3 42,10-78,-5 51,0-41,-6 23,-1 40,0-1,1 1,1 0,0-1,1 1,1 0,0 0,10-25,-3 17,-6 11,1 0,1 0,0 1,0 0,1 0,0 0,1 1,0 0,19-16,129-92,-22-2,-76 68,-41 35,1 0,1 2,32-21,-46 35,-9 7,-9 8,-245 225,207-188,23-25,-25 33,34-37,-33 29,-9 10,-8 12,43-49,-28 36,-49 51,82-85,-32 38,-80 76,124-131,1 0,-1 1,2 0,0 0,0 0,-7 14,12-20,0-1,0 1,1 0,-1 0,1 0,0 0,0 0,0 0,0 0,1 0,0 0,-1 0,2 0,-1 0,0 1,1-1,0 0,0 0,0 0,0 0,4 6,-4-8,0-1,0 0,1 0,-1 0,0 0,1 0,-1 0,0 0,1 0,0-1,-1 1,1-1,-1 1,1-1,-1 1,1-1,0 0,-1 0,1 0,0 0,-1 0,1 0,0 0,-1-1,1 1,0 0,-1-1,1 0,-1 1,1-1,-1 0,1 0,1-1,5-3,0 0,0 0,0-1,8-8,12-15,-1 0,-2-2,0-1,24-46,2-24,-3 4,12-12,-70 127,-12 23,-40 55,-104 146,65-48,75-151,-102 158,88-143,-51 68,-25 20,-78 65,186-202,-1 0,0-1,0 0,-20 11,19-12,0 0,0 1,0 0,-11 12,0 0,-1-1,-1 0,-1-2,0-1,-2-1,-29 13,-11 6,51-26,0-1,1-1,-25 6,28-9,0 1,0 0,0 1,1 0,-1 0,1 1,0 1,-17 12,1 8,0 1,2 2,-23 34,-1 1,30-37,1 0,1 1,2 1,-18 48,-14 30,36-83,1 0,1 1,2 1,-7 39,-2 13,7-37,6-30,0 0,0 0,-1 0,0 0,-8 17,-3-8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42.31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21,'5115'0,"-5089"2,0 1,-1 1,0 2,39 13,26 5,-1-10,105 5,-104-12,541 4,-386-13,484 2,-713-2,-1 1,1-2,0 0,-1-1,21-8,-14 5,39-9,65-9,-79 13,1 3,61-4,-80 10,38-8,-52 8,10-1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2:04.85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84 1250,'919'0,"-877"2,54 10,31 1,172-13,-136-1,-150 0,0 0,0-2,0 1,0-2,-1 0,19-8,31-9,-54 19,13-2,0-2,-1 0,0-1,29-15,-43 18,0 0,-1 0,1 0,-1-1,0 1,0-1,0-1,-1 1,0-1,0 1,0-1,-1 0,1-1,-2 1,1-1,-1 1,3-14,7-38,-3-1,-3 0,-1-67,-3 108,0 0,1 0,0 1,2-1,6-18,-4 15,0-1,5-41,-7-16,-10-139,5 212,0 0,-1 0,1 1,-2-1,1 0,0 1,-1-1,0 1,0 0,-1 0,0-1,0 2,0-1,0 0,-1 0,1 1,-1 0,0 0,-1 0,1 0,-1 1,1 0,-1 0,0 0,-1 0,-7-3,-47-21,-71-29,112 50,-1 0,0 1,0 1,-1 1,-21 0,19 2,-46-1,1 2,-71 10,95-1,-50 17,2-1,47-12,0 2,-83 41,93-39,-4-2,-1-1,-42 9,63-18,7-2,-7 1,-1 2,1 1,-24 11,18-9,1 0,-1-2,0 0,0-2,-40 4,-26 5,4 1,55-11,-1 1,-55 18,73-15,-1 0,1 0,0 2,1 0,0 0,1 2,0-1,-17 21,25-25,1 0,0 0,0 0,0 0,1 0,0 1,0 0,1-1,0 1,0 0,0 14,0 11,4 53,0-40,0 418,-2-436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11.85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80,'0'-2,"1"1,-1-1,0 0,1 0,-1 0,1 0,0 0,0 1,0-1,-1 0,2 1,-1-1,0 0,0 1,0 0,1-1,-1 1,1 0,-1-1,1 1,-1 0,1 0,0 0,0 1,-1-1,1 0,0 1,3-2,7 0,-1-1,1 1,18 0,-22 1,340-3,-179 7,285-19,-321 6,-103 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15.2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21,'1004'0,"-981"-1,0-1,45-11,-47 9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17.9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0,'1557'0,"-1531"0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35.547"/>
    </inkml:context>
    <inkml:brush xml:id="br0">
      <inkml:brushProperty name="width" value="0.5" units="cm"/>
      <inkml:brushProperty name="height" value="1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83,'16'-1,"0"0,1-2,15-4,32-4,305 6,-203 7,660-2,-785-2,54-9,33-3,-40 15,-54 1,0-2,0-1,60-10,-36 1,0 4,0 2,103 5,-51 2,1480-3,-1424 13,-3 1,863-15,-985-1,55-10,30-1,352 12,-230 3,-217-2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40.505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1 135,'375'0,"-352"-2,-1-1,0-1,0 0,0-2,35-14,-30 9,1 3,48-10,120-13,-127 20,-32 4,56-1,731 6,-391 4,-392 0,55 10,32 1,-109-11,1 1,0 0,-1 2,27 9,-24-7,1-1,40 6,69-9,-94-4,0 1,61 10,-12 1,1-4,149-7,-97-2,390 2,-489-2,54-10,33-1,-57 11,89-12,-73 5,0 3,103 8,-57 0,-67-3,100-14,-115 10,78 1,-12 1,-37-9,5 0,359 9,-227 5,147-2,-336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45.421"/>
    </inkml:context>
    <inkml:brush xml:id="br0">
      <inkml:brushProperty name="width" value="0.5" units="cm"/>
      <inkml:brushProperty name="height" value="1" units="cm"/>
      <inkml:brushProperty name="color" value="#FF40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0 294,'288'0,"-269"1,0 1,0 2,-1-1,35 13,-31-9,1-1,38 6,228-8,-149-7,11 1,163 5,-212 10,-60-6,44 1,428-8,-243-1,-171-4,111-18,7-2,-87 16,848-37,262 48,-1170-6,103-17,5-2,207 19,-63 2,-230-6,103-23,-11 0,-144 24,79-26,-28 7,78-2,-78 16,173-14,-172 17,176 7,-134 4,-97-2,144 5,-155-2,-1 0,-1 2,1 1,47 19,-46-16,0-1,0-2,0 0,51 3,16 3,-9-3,-58-8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5:56.467"/>
    </inkml:context>
    <inkml:brush xml:id="br0">
      <inkml:brushProperty name="width" value="0.5" units="cm"/>
      <inkml:brushProperty name="height" value="1" units="cm"/>
      <inkml:brushProperty name="color" value="#FF40FF"/>
      <inkml:brushProperty name="tip" value="rectangle"/>
      <inkml:brushProperty name="rasterOp" value="maskPen"/>
      <inkml:brushProperty name="ignorePressure" value="1"/>
    </inkml:brush>
  </inkml:definitions>
  <inkml:trace contextRef="#ctx0" brushRef="#br0">1059 5785,'71'-3,"105"-19,8 0,270-2,246-20,-159-12,337 7,-681 44,2135-11,-1477 18,-404-16,-16 1,239 14,-599-5,103-17,4-1,400 14,-342 10,2987-2,-2815 14,-37-1,587-13,-910 2,50 9,41 2,83 3,-186-11,-1 1,46 15,-7-1,0-3,120 9,-93-14,140 14,-193-20,0-1,65 16,20 9,261 24,-289-44,77 5,-126-10,100 22,-40-5,-82-16,22 3,102 4,-50-14,-377 1,-321-11,327-2,-97-7,118-4,-114-9,286 25,-87-22,38 6,-148-7,164 22,35 2,-50-4,-123-27,-307-44,420 69,-68-3,-60-8,64-2,-315-5,284 18,7 0,92 13,-343-10,-499-9,630 21,206-3,-208 7,250 6,-98 26,34-6,-121 9,-57 11,-82 5,-4-35,378-20,-840 4,505-8,276 2,-543-20,-580-129,407 79,458 47,107-3,-180-6,392 33,-32 0,-90-10,-134-20,38 5,144 13,38 5,-72-16,21-1,-207-13,189 25,-98-3,235 14,-28 0,-40 5,57-3,1 0,0 0,0 2,0-1,0 1,1 0,-11 7,-1 1,0-1,-1-1,-45 14,53-20,-1 0,0-1,0-1,0-1,0 0,0 0,-21-4,32 3,1-1,-1 1,0-1,1 0,-1-1,1 1,0-1,-1 1,1-1,0 0,0 0,0 0,0-1,0 1,1-1,-1 0,1 0,-1 1,1-2,0 1,0 0,0 0,1-1,-1 1,1 0,-1-7,-2-7,1 0,1 0,1 0,1-29,-1-15,-18-346,21-2513,-3 1558,3 1266,20-134,-71 615,1-6,-56 600,55-596,11-120,-32 285,37-282,2 461,30-655,3 65,-2-135,0 1,1-1,-1 1,0-1,1 1,0-1,0 1,-1-1,1 0,0 1,1-1,-1 0,0 0,4 4,-4-6,0 1,0 0,0-1,1 1,-1-1,0 1,1-1,-1 0,0 0,1 1,-1-1,0 0,1 0,-1 0,1 0,-1-1,0 1,1 0,-1-1,0 1,1-1,-1 1,0-1,0 1,0-1,1 0,-1 0,0 1,1-2,12-9,1 0,-2-1,0 0,-1-1,18-22,50-81,-68 97,25-38,391-612,-368 569,106-159,-33 84,168-172,-211 257,4 4,3 4,146-94,-66 68,6 8,204-79,-132 81,291-70,282-6,6 65,-377 70,482 21,-911 19,-47 1,-777 2,444-6,-366 4,-749-5,857-16,566 15,60 2,71 1,19 0,233 4,-258 2,0 3,85 20,-158-26,0 0,0 0,0 1,0 0,8 5,-16-8,1 0,0 0,-1 0,1 1,-1-1,1 0,-1 1,1-1,-1 0,1 1,-1-1,1 1,-1-1,1 1,-1-1,0 1,1-1,-1 1,0 0,1-1,-1 1,0-1,0 1,0 0,0-1,1 1,-1-1,0 1,0 0,0-1,0 1,0 0,0-1,-1 1,1 0,0-1,0 1,0-1,-1 1,1 0,0-1,-1 1,0 0,-1 1,0 0,0 0,-1 0,1-1,0 1,-1-1,0 0,-4 2,-24 6,0-2,0-1,0-2,-1-1,-52-2,31 0,-1056 3,624-7,-766-39,98 1,1110 41,857 39,272 80,-4 32,-1029-143,717 120,-755-125,21 3,0 2,43 16,-78-24,0 1,0-1,0 0,0 1,0-1,0 0,0 1,0-1,-1 1,1 0,0-1,0 1,0 0,-1-1,1 1,0 0,-1 0,1-1,-1 1,1 0,0 2,-1-3,0 1,-1 0,1-1,0 1,0 0,-1-1,1 1,0 0,-1-1,1 1,-1-1,1 1,-1 0,1-1,-1 1,1-1,-1 0,1 1,-1-1,0 1,-1 0,-43 16,-32-1,-134 10,-49 10,236-30,0 2,0 1,0 0,1 2,1 0,-1 2,2 0,-22 19,9-4,0 3,3 1,-48 59,75-86,1-1,-2 0,1-1,0 1,-1-1,0 1,1-2,-1 1,-1 0,1-1,0 0,-9 2,-7 1,1-1,-23 1,21-2,-659 19,513-23,-807 23,956-20,27-1,36 0,-42-1,707 44,-319-12,574 22,-154-10,1181 89,-5 54,-1622-146,668 90,-1022-129,65 10,135 38,-207-49,0 0,1 0,-1 0,0 1,0-1,1 1,-1 0,-1 0,6 4,-7-5,-1-1,0 0,0 0,0 1,0-1,0 0,0 1,0-1,0 0,0 0,1 1,-1-1,0 0,-1 1,1-1,0 0,0 0,0 1,0-1,0 0,0 1,0-1,0 0,0 0,-1 1,1-1,0 0,0 0,0 1,0-1,-1 0,1 0,0 0,0 0,-1 1,-21 8,-17-1,-2-1,-58 1,65-5,-2052 75,-317-77,1278-3,-545-18,1601 20,47 1,0-1,0-2,0 0,-26-5,42 3,15 1,35-4,0 3,78 2,-53 1,1414-11,1817-4,-2847 16,-315-1,435 22,-472-4,-76-7,-25-10,0 0,0 0,1 0,-1 0,0 0,0 0,0 1,1-1,-1 0,0 0,0 0,0 0,0 1,0-1,1 0,-1 0,0 0,0 1,0-1,0 0,0 0,0 1,0-1,0 0,0 0,0 0,0 1,0-1,0 0,0 0,0 1,0-1,0 0,0 0,0 0,0 1,0-1,0 0,0 0,-1 1,1-1,0 0,0 0,-4 3,1-1,-1-1,0 1,0 0,0-1,0 0,0 0,-5 1,-99 15,-199 5,220-18,-2266-9,1011-87,2-39,486 45,736 75,-1004-106,1009 100,86 9,20 3,10 3,0 1,0 0,0 0,0 0,0 0,1 0,-1 1,0 0,0-1,4 2,381-10,-244 10,166 0,64 1,1128 43,-979-26,4667 268,-4609-236,-52 4,-71-2,-86-5,-112-7,-112-8,-112-16,-35-17,-1 0,1 1,-1-1,1 0,-1 1,1-1,-1 1,1-1,-1 0,1 1,-1-1,0 1,1-1,-1 1,0 0,0-1,1 1,-1-1,0 1,0 0,0-1,0 1,0-1,1 1,-1 0,0-1,-1 2,-1 0,0 1,-1-1,1 0,-1 0,1 0,-1 0,0 0,0-1,0 1,0-1,0 0,0 0,0 0,-1 0,-4 0,-73 15,1-4,-86 2,141-12,-258 15,-65-2,-1175 16,-4-29,948-4,-4481 0,5165 2,863 22,331 100,-1138-101,137 23,-284-41,0 0,-1 1,17 6,-29-10,0 1,1-1,-1 1,0 0,1-1,-1 1,0 0,0 0,1 0,-1 0,0 0,0 0,0 0,0 0,-1 0,1 1,0-1,0 0,0 3,-1-3,0 0,0 0,0 0,0 0,0 0,-1 0,1-1,0 1,-1 0,1 0,-1 0,1 0,-1 0,1-1,-1 1,1 0,-1 0,0-1,0 1,1-1,-3 2,-3 2,-1 0,0 0,0-1,0 0,-15 4,-61 10,0-3,-153 4,159-13,-1199 19,714-23,489-1,18-1,1 2,-1 3,-87 16,138-19,-1 0,0 1,1-1,-1 1,0 0,1 0,0 0,0 1,-1-1,1 1,1 0,-5 4,7-6,0 0,1 0,-1 0,0 0,1 1,-1-1,1 0,-1 0,1 1,0-1,0 0,-1 0,1 1,0-1,0 0,0 1,0-1,1 2,0 0,-1-1,1 1,1 0,-1-1,0 1,1-1,-1 1,1-1,0 0,0 0,2 3,9 7,1-1,0 0,1-1,0 0,1-1,32 13,115 34,-124-44,689 181,-573-155,1418 298,-1124-246,-408-83,-28-5,1 0,-1 1,0 0,17 8,-28-8,-11 0,-51 0,-89-5,58-1,-120 1,-256-6,1-27,187 1,258 30,30 2,40 1,-45 1,1908 3,-3103-60,1121 49,-1443-184,959 72,524 112,16 5,0-1,0 0,1 0,0-1,0-1,0-1,-20-12,33 19,-1 0,1-1,-1 1,1 0,-1-1,1 1,0 0,-1-1,1 1,0-1,-1 1,1-1,0 1,-1-1,1 1,0-1,0 1,0-1,-1 1,1-1,0 1,0-1,0 1,0-1,0 1,0-1,0 0,0 1,0-1,0 1,1-1,-1 1,0-1,0 1,0-1,1 1,-1-1,0 1,0-1,1 1,-1-1,0 1,1 0,-1-1,1 1,-1 0,1-1,-1 1,0 0,1-1,-1 1,1 0,-1 0,1 0,1-1,32-8,-33 8,73-8,1 4,128 6,-33 1,572-37,-221 8,1156-11,3 37,-916 2,1100 71,-1631-49,-202-17,-32-6,1 0,0 0,0 1,0-1,0 0,0 0,0 1,-1-1,1 0,0 0,0 0,0 1,0-1,-1 0,1 0,0 0,0 0,-1 1,1-1,0 0,0 0,-1 0,1 0,0 0,0 0,-1 0,1 0,0 0,0 0,-1 0,1 0,0 0,-1 0,1 0,0 0,0 0,-1 0,1 0,0 0,0 0,-1-1,-58 4,-977-2,490-3,-1076-24,-694-89,1559 74,499 30,-138-10,527 20,1066 40,7 40,-116-8,-68-5,593 64,-15 67,-1555-191,-10-2,0 2,-1 0,0 3,37 13,-49-9,-19-13,-1 0,0 1,1-1,-1 0,0 1,0-1,1 0,-1 1,0-1,0 0,0 1,0-1,1 1,-1-1,0 0,0 1,0-1,0 0,0 1,0-1,0 1,0-1,0 1,0-1,0 0,0 1,-1 0,0 0,-1 1,1-1,-1 1,0-1,0 0,0 0,0 0,0 0,0 0,0 0,0-1,0 1,0 0,-4-1,-38 8,0-3,-62-1,85-3,-971 3,403-7,-1995 63,1946-10,587-40,43-6,13 0,19-1,431 0,-249-6,865 11,2 44,1410 200,-2425-245,361 53,-385-50,-33-6,-9-1,-57 2,-1300-25,288-55,1-35,340 32,236 26,-764-69,1258 121,-24-3,51 2,3090 7,4252-6,-7301 3,100 17,-39-2,413 67,60 7,-594-92,469 40,3-35,-79-56,-7 1,599 19,-944 32,-19 0,36-3,-60 2,0 0,0 0,0 0,0 0,0 0,0 0,0 0,0 0,0 0,0 0,0-1,0 1,0 0,0 0,-1 0,1 0,0 0,0 0,0 0,0 0,0 0,0 0,0 0,0 0,0-1,1 1,-1 0,0 0,0 0,0 0,0 0,0 0,0 0,0 0,0 0,0 0,0 0,0 0,0 0,0-1,0 1,0 0,0 0,0 0,0 0,1 0,-17-5,-22-2,-183-5,8 2,-1781-123,1345 97,-61-7,-1753-93,1114 75,-1872-92,996 67,2159 85,-1-2,1-3,-93-21,125 14,22 3,12 9,0 1,0 0,0-1,0 1,0-1,0 1,0-1,0 1,0 0,0-1,0 1,0-1,1 1,-1 0,0-1,0 1,0 0,1-1,-1 1,0 0,0-1,1 1,-1 0,0 0,1-1,-1 1,0 0,1 0,-1 0,1-1,-1 1,0 0,1 0,0 0,21-8,1 0,0 2,0 1,0 1,29-2,14-3,11-4,345-46,-271 46,349-35,720-51,6 48,-647 30,1739-25,-1686 39,-277 5,287-7,-603 9,-29 0,0 0,1 0,-1-1,0-1,0 1,13-5,-22 3,-12 1,-319-6,193 10,-784 20,289-3,-2502-10,135-143,229-164,2670 284,77 7,19 2,6 4,0 0,1 0,-1 0,1 0,-1 0,1 1,0-1,-1 1,4 0,670-62,-327 35,23-7,1063-82,1899 1,-1231 139,-15 132,-2006-147,184 28,-254-34,1 0,-1 0,21 9,-32-12,0 0,0 1,-1-1,1 0,0 1,0-1,-1 1,1-1,0 1,-1-1,1 1,0 0,-1-1,1 1,-1 0,1-1,-1 1,1 0,-1 1,0-2,0 1,0-1,0 1,0-1,0 1,-1-1,1 1,0-1,0 1,-1-1,1 0,0 1,-1-1,1 0,0 1,-1-1,1 0,0 1,-1-1,1 0,-1 0,1 1,-1-1,0 0,-38 11,-46-1,-168-2,156-8,-1956-8,-971-203,2679 170,329 39,0-1,-22-6,38 9,-1 0,1 0,-1-1,0 1,1 0,-1 0,1-1,-1 1,0 0,1-1,-1 1,1-1,-1 1,1 0,-1-1,1 1,0-1,-1 1,1-1,0 0,-1 0,8-7,24-3,38-3,90-6,-56 9,1562-182,-143 19,-1208 125,-253 32,-51 11,-14 1,-7 2,0 0,-1 1,1 0,0 1,-1 1,-19 1,-4-1,-888-1,-45 0,-3310-247,3988 221,208 19,-185-22,226 20,41 10,0 0,1 0,-1 0,0 0,0 0,0 0,1 0,-1 0,0 0,0 0,0 0,0 0,1 0,-1 0,0 0,0 0,0-1,0 1,0 0,1 0,-1 0,0 0,0 0,0 0,0-1,0 1,0 0,0 0,0 0,1 0,-1 0,0-1,0 1,0 0,0 0,0 0,0 0,0-1,0 1,0 0,0 0,0 0,0-1,0 1,0 0,0 0,0 0,-1 0,1-1,0 1,0 0,0 0,0 0,0 0,0 0,0-1,0 1,-1 0,1 0,0 0,0 0,0 0,0 0,0 0,-1 0,1-1,0 1,12-2,0 0,-1 0,16 0,682-42,114-5,1131 34,-1541 18,-382-3,-55 0,-360 1,-1243-3,-247-109,488-32,1304 133,73 8,19 0,32 1,1402 4,-306 0,2586-3,-3428 2,75 17,-323-10,-44-5,-11 0,-11-1,0 0,-26 0,-724 4,-9-40,-988-127,946 75,299 35,-765-72,1241 117,32 2,12 3,0 0,0 0,0 0,0 0,0 0,0 0,0 0,0 0,0 0,0 0,0 0,0 0,0 0,0 0,0 0,0 0,0 0,0 0,0 0,0 0,0 0,0-1,525 3,-213 2,2128-2,-1576-2,1458 83,-2263-79,-29-3,-1 2,38 8,-62-9,-14 0,-108 1,74-3,-750-39,-5-48,713 77,-3189-449,1331 204,1880 248,54 5,12 1,81 1,-45 1,1396 91,-1008-56,647 46,528 44,112 63,-1371-147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00.193"/>
    </inkml:context>
    <inkml:brush xml:id="br0">
      <inkml:brushProperty name="width" value="0.5" units="cm"/>
      <inkml:brushProperty name="height" value="1" units="cm"/>
      <inkml:brushProperty name="color" value="#FF40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1 408,'10'-11,"1"1,1 0,-1 0,2 1,-1 1,1 0,0 1,27-11,63-16,1 4,168-25,225-2,-274 35,955-57,2 53,-964 23,-21-2,-32-1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00.846"/>
    </inkml:context>
    <inkml:brush xml:id="br0">
      <inkml:brushProperty name="width" value="0.5" units="cm"/>
      <inkml:brushProperty name="height" value="1" units="cm"/>
      <inkml:brushProperty name="color" value="#FF40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0 347,'33'-14,"34"-10,7-3,9-7,0 4,134-31,127 1,3 14,381 0,888 41,-938 9,-487-4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07.433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0,'1037'0,"-1007"0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10.02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56,'9'-1,"-1"0,1 0,-1-1,13-4,22-4,193-13,245 11,-297 14,1708-2,-1867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20.833"/>
    </inkml:context>
    <inkml:brush xml:id="br0">
      <inkml:brushProperty name="width" value="0.5" units="cm"/>
      <inkml:brushProperty name="height" value="1" units="cm"/>
      <inkml:brushProperty name="color" value="#FFACD5"/>
      <inkml:brushProperty name="tip" value="rectangle"/>
      <inkml:brushProperty name="rasterOp" value="maskPen"/>
      <inkml:brushProperty name="ignorePressure" value="1"/>
    </inkml:brush>
  </inkml:definitions>
  <inkml:trace contextRef="#ctx0" brushRef="#br0">0 56,'1745'0,"-1732"-1,1-1,-1 0,0-1,0 0,0-1,15-7,-12 5,-1 0,1 1,31-5,-17 8,-3 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21.816"/>
    </inkml:context>
    <inkml:brush xml:id="br0">
      <inkml:brushProperty name="width" value="0.5" units="cm"/>
      <inkml:brushProperty name="height" value="1" units="cm"/>
      <inkml:brushProperty name="color" value="#FFACD5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1,'1465'0,"-1211"13,-11 1,413-15,-594 6,-39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23.137"/>
    </inkml:context>
    <inkml:brush xml:id="br0">
      <inkml:brushProperty name="width" value="0.5" units="cm"/>
      <inkml:brushProperty name="height" value="1" units="cm"/>
      <inkml:brushProperty name="color" value="#FFACD5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0 188,'26'1,"1"-2,-1-2,0 0,44-11,41-13,151-15,-74 15,-77 14,-76 11,1-3,58-13,-56 8,1 2,0 1,59-2,122 10,-90 1,62-4,205 5,-352 2,71 16,-77-12,0-1,63 2,457-11,-533 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25.718"/>
    </inkml:context>
    <inkml:brush xml:id="br0">
      <inkml:brushProperty name="width" value="0.5" units="cm"/>
      <inkml:brushProperty name="height" value="1" units="cm"/>
      <inkml:brushProperty name="color" value="#FFACD5"/>
      <inkml:brushProperty name="tip" value="rectangle"/>
      <inkml:brushProperty name="rasterOp" value="maskPen"/>
      <inkml:brushProperty name="ignorePressure" value="1"/>
    </inkml:brush>
  </inkml:definitions>
  <inkml:trace contextRef="#ctx0" brushRef="#br0">1 30,'7'-1,"1"0,-1 0,0 0,11-4,14-2,78-3,192 7,-157 5,1770-2,-1885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26.434"/>
    </inkml:context>
    <inkml:brush xml:id="br0">
      <inkml:brushProperty name="width" value="0.5" units="cm"/>
      <inkml:brushProperty name="height" value="1" units="cm"/>
      <inkml:brushProperty name="color" value="#FFACD5"/>
      <inkml:brushProperty name="tip" value="rectangle"/>
      <inkml:brushProperty name="rasterOp" value="maskPen"/>
      <inkml:brushProperty name="ignorePressure" value="1"/>
    </inkml:brush>
  </inkml:definitions>
  <inkml:trace contextRef="#ctx0" brushRef="#br0">1 84,'0'0,"0"-1,1 0,-1 1,0-1,1 1,-1-1,1 1,-1-1,0 1,1-1,-1 1,1-1,0 1,-1-1,1 1,-1 0,1-1,-1 1,1 0,0 0,-1-1,1 1,0 0,0 0,21-5,-19 5,152-14,-106 12,84-15,-55 3,-1 3,82 1,159 11,-120 1,162-2,-330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26.792"/>
    </inkml:context>
    <inkml:brush xml:id="br0">
      <inkml:brushProperty name="width" value="0.5" units="cm"/>
      <inkml:brushProperty name="height" value="1" units="cm"/>
      <inkml:brushProperty name="color" value="#FFACD5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1,'0'1,"1"0,-1 0,1 1,0-1,0 0,0 0,-1 0,1 0,0 0,0 0,0 0,1 0,-1-1,0 1,0 0,0 0,1-1,-1 1,0-1,3 1,34 12,-31-11,65 15,-45-12,38 14,-1 4,207 83,-239-92,-4-3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30.39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0 104,'17'-2,"0"0,0-1,0-1,-1 0,1-1,-1-1,28-14,-15 7,-8 6,0 1,0 1,0 1,1 1,26-1,28-4,-49 4,-3 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31.820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910 51,'-194'-14,"11"1,38 14,-80-2,92-19,104 17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32.878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51,'5'-4,"10"-2,7 0,5 2,1 1,-3-4,3 0,1 1,0 1,-5 2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39.3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1 610,'2493'0,"-2460"-2,0-1,0-2,37-10,4-9,-55 17,0 1,1 0,0 1,21-2,270 4,-156 6,-107-4,-48 1,0 0,0 0,0 0,0 0,0 0,1 0,-1 0,0 0,0 0,0 0,0 0,0 0,0-1,0 1,0 0,0 0,1 0,-1 0,0 0,0 0,0 0,0-1,0 1,0 0,0 0,0 0,0 0,0 0,0 0,0-1,0 1,0 0,0 0,0 0,0 0,0 0,0 0,0-1,0 1,0 0,0 0,-1 0,1 0,0 0,0 0,0 0,0 0,0-1,0 1,0 0,-9-9,-9-7,-86-56,34 22,-133-70,80 57,49 24,-110-41,114 49,47 20,-36-13,52 22,0 0,0 1,-1-1,1 1,0 1,-1-1,1 1,-1 1,-10 1,17-2,0 0,0 0,0 0,0 1,1-1,-1 0,0 0,0 1,1-1,-1 0,0 1,0-1,1 0,-1 1,0-1,1 1,-1 0,1-1,-1 1,1-1,-1 1,1 0,-1-1,1 1,-1 0,1 0,0-1,-1 1,1 0,0 1,0 0,0 0,1 0,-1 0,1 0,-1 0,1 0,0 0,0 0,0-1,0 1,0 0,2 2,7 8,0-1,20 16,-26-23,59 46,2-4,119 65,-105-66,119 89,-194-131,0 0,-1 0,0 0,1 0,-1 1,0-1,0 1,-1 0,1 0,-1 0,3 7,-4-8,-1-1,0 1,1 0,-1 0,0-1,0 1,-1 0,1 0,-1-1,1 1,-1-1,0 1,0 0,0-1,0 1,0-1,-1 0,1 1,-1-1,-2 3,-12 13,0-1,-1-1,-1-1,0 0,-25 15,-29 23,54-36,1 0,1 2,1 0,1 0,0 1,2 1,-20 44,22-47,0-1,-1 0,-1-1,-16 19,6-12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43.46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0 320,'2783'0,"-2756"-2,-1 0,30-7,35-4,-54 11,-1-2,0-2,43-11,-67 12,0 0,0-1,0 0,0-1,13-10,-15 9,1 1,0 0,1 0,0 2,23-9,120-23,-147 33,-11-1,-16-3,16 7,-67-21,-1 3,-1 3,0 3,-1 4,-105-1,160 10,0-1,-1 0,-30-7,49 8,0 0,0 0,-1 0,1 1,0-1,0 0,0 0,-1 0,1 0,0 0,0 0,-1 0,1 0,0 0,0 0,-1 0,1-1,0 1,0 0,0 0,-1 0,1 0,0 0,0 0,0 0,-1 0,1-1,0 1,0 0,0 0,0 0,-1-1,1 1,0 0,0 0,0 0,0-1,0 1,0 0,0 0,0 0,0-1,0 1,0 0,0 0,-1-1,1 1,1 0,-1 0,0-1,15-3,25 0,354 2,-203 3,-183-1,0 1,0-1,0 1,-1 1,1-1,12 6,-16-6,-1 0,0 1,1 0,-1 0,0 0,0 0,0 0,-1 1,1-1,0 1,-1 0,0 0,0 0,0 0,0 0,2 5,9 17,-9-17,0 0,-1 0,0 0,5 17,-8-23,0 1,0-1,0 1,0-1,0 0,0 1,0-1,-1 0,1 1,-1-1,0 0,1 0,-1 0,0 1,-1-1,1 0,0 0,0 0,-1-1,1 1,-1 0,0 0,-2 1,-21 15,-2 0,-1-2,0-1,-39 15,41-19,-276 129,244-113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6:57.18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57,'473'0,"-415"-3,-1-2,58-14,73-7,268 23,-237 5,177-2,-366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04.65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54,'7'0,"0"-1,0 0,0 0,9-4,19-3,502-29,641 38,-1035-1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05.50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1,'102'0,"754"25,752 58,-1345-84,-159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14.4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0 267,'10'-1,"0"0,-1 0,18-5,8-2,662-41,-259 28,-345 14,1257-95,-1050 69,59-3,-294 34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22.31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48,'549'0,"-538"-1,0 0,-1-1,1 0,0-1,-1 0,20-9,13-4,-19 9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23.59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2,'110'-1,"120"3,-149 11,5-1,-56-11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2.6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0 100,'496'0,"-465"-2,0-1,0-2,35-10,11-1,-58 12,64-10,120-7,-44 5,-127 12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5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0,'86'5,"0"3,144 34,-25-3,50 0,362 52,4-33,636-45,-821-16,1629 3,-1902-4,-1-7,-1-8,175-41,-292 48,-11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7.31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72,'1850'0,"-1778"-3,0-3,1-3,83-21,-153 29,16-4,-19 5,1 0,-1 0,1 0,-1-1,0 1,1 0,-1 0,1 0,-1-1,1 1,-1 0,0-1,1 1,-1 0,0 0,1-1,-1 1,0-1,1 1,-1 0,0-1,0 1,0-1,1 1,-1-1,0 1,0-1,0 1,0 0,0-2,-6-5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8.08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0 259,'35'0,"20"1,1-2,0-3,68-14,-82 9,86-19,158-57,-118 30,-36 13,-130 41,0 1,0-1,0 0,-1 0,1 0,-1 0,1 0,0 0,-1 0,3-3,-6 0,-14 5,-14 10,-1 0,1 2,1 1,-45 29,67-38,-301 208,17 28,241-199,-86 88,134-128,-1 1,0 0,1 0,0 0,0 0,0 0,-3 6,5-8,0 0,0 0,0 0,0 0,0 0,0 0,0-1,0 1,0 0,0 0,0 0,1 0,-1 0,0 0,0-1,1 1,-1 0,1 0,-1-1,1 1,-1 0,1 0,0-1,-1 1,1-1,0 1,-1 0,1-1,0 0,0 1,-1-1,1 1,0-1,0 0,0 1,0-1,-1 0,1 0,1 0,24 6,1-2,-1-1,1-1,0-1,34-3,-12 1,591-5,-567 3,117-21,-14 0,-143 22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31.0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11023 1059,'-2'0,"0"-1,0 1,1-1,-1 0,1 0,-1 0,1 0,-1 0,1 0,-1 0,1-1,0 1,0 0,-2-3,-7-5,-18-11,-1 1,-1 2,-62-27,49 24,-33-13,-1 3,-105-26,117 35,45 13,1 2,-41-8,29 10,-189-22,-208-24,238 12,-13-3,-329-53,399 70,-200-9,100 14,-266-50,181 22,-996-110,1017 130,-436-32,-733 28,-744 32,2013-15,19 1,-482 14,652-1,-1-1,0 1,0 1,0 0,-12 2,20-2,-1-1,1 0,-1 1,1-1,0 1,0-1,-1 1,1 0,0-1,0 1,0 0,-1 0,1 0,0 0,0 0,1 0,-1 0,0 0,0 0,0 0,1 1,-1-1,0 0,1 0,0 1,-1-1,1 0,0 1,-1-1,1 1,0-1,0 0,0 1,0-1,1 2,2 8,1-1,0 0,0 0,1 0,1 0,0-1,0 0,1 0,10 11,2 3,-9-12,0 0,1-1,0 0,1 0,0-2,0 1,1-1,0-1,20 8,12 3,71 17,115 11,-153-33,145 43,162 58,-238-69,1 0,-46-25,-42-9,76 24,-76-19,1-3,114 11,-110-19,100-6,-175 0,0-1,1-1,-1 0,1 0,0-1,0 0,-17-10,23 12,-28-16,-41-33,56 37,-1 2,0 0,0 1,-2 0,1 2,-1 0,-39-12,41 17,-8-1,-35-13,69 13,-1 1,1 0,-1 0,19-4,-15 3,13-3,0 0,0 2,46-5,-60 9,0 2,0-1,0 2,0-1,0 1,0 1,0 0,-1 1,1 0,-1 0,16 8,-22-9,0 1,0 0,-1 0,1 0,-1 1,0-1,0 1,0 0,0 0,-1 0,1 0,-1 0,0 0,-1 1,1-1,-1 1,1-1,-1 1,-1 0,1-1,-1 1,0 0,0 0,0-1,-1 7,-1 4,-1 0,0 0,-1 0,-1-1,0 1,-11 20,1-2,2 2,-14 53,-8 22,21-77,-3-2,-23 37,15-29,21-32,-1-1,-1 1,1-1,-1-1,0 1,0-1,-1 0,1 0,-13 5,0 0,-1-1,-27 9,-8-4,0-2,-1-3,-67 2,112-10,-179 8,132-8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54.45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1,'307'17,"-168"-6,966 39,-312-35,1308 35,-431-5,535 21,-1644-38,789 31,-1157-55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2.5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317 2,'158'0,"-286"-2,-151 5,275-3,-32 3,34-3,0 1,0-1,1 0,-1 1,0-1,0 1,1-1,-1 1,0 0,1 0,-1 0,1 0,-1 0,-1 2,3-3,1 1,-1-1,1 1,-1 0,1-1,-1 0,1 1,0-1,-1 1,1-1,-1 0,1 1,0-1,0 0,-1 0,1 1,0-1,-1 0,1 0,0 0,0 0,-1 0,2 0,22 3,331-2,-250-2,-350 1,639 17,-239-5,-713-13,588 21,-11-13,-1-1,1-1,0-1,28 3,82 0,14 1,2 7,-411-30,152 6,-129 5,388 5,-111-1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5.1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732 1,'-6'0,"1"1,-1 0,1 0,-1 1,1 0,-1-1,1 2,0-1,0 1,0 0,0 0,1 0,-1 1,1-1,-1 1,1 0,1 1,-5 4,-8 12,1 1,-19 38,26-46,-70 154,27-53,21-50,16-33,0 0,-3-2,0 1,-44 54,41-63,10-12,0 2,0 0,-9 15,-50 76,69-102,0-1,0 1,-1-1,1 0,0 1,0-1,-1 1,1-1,0 0,0 1,-1-1,1 0,0 1,-1-1,1 0,-1 0,1 1,0-1,-1 0,1 0,-1 0,1 1,0-1,-1 0,1 0,-1 0,1 0,-1 0,1 0,-1 0,1 0,-1 0,-6-15,5-31,2 42,0-40,-5-108,3 134,-1 0,0 1,-2-1,0 1,-1 0,-12-23,-2-1,-24-41,35 72,8 20,11 22,14 18,52 82,-2-7,-73-122,1 0,0 0,-1 0,1 0,1 0,-1 0,0-1,1 1,-1-1,1 0,0 1,-1-1,1 0,0-1,0 1,6 2,-4-3,1 0,-1 0,1-1,0 0,-1 0,1 0,-1 0,1-1,9-2,15-5,48-20,-41 13,8-1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8.59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1351 5,'-120'-2,"35"-1,-120 12,174-2,1 0,0 2,1 1,0 2,-39 21,-2 0,33-15,1 3,-47 33,-33 21,89-57,0 1,2 1,1 1,-42 47,54-56,0 3,0-1,1 2,0 0,2 0,0 0,0 1,-11 35,-1-4,16-37,-1 1,1-1,1 2,-5 23,-7 126,9-109,1 64,2-23,-8-3,7-59,-3 45,9 363,-1-420,2 1,1-1,0 0,9 29,34 77,-28-78,-10-29,1 0,0-1,2 0,0-1,1 0,22 24,2-4,57 45,-62-55,-15-13,1 1,0-2,0-1,2 0,-1-1,2-1,24 10,106 41,-103-40,0-1,78 19,-74-29,0-2,0-3,58-1,-86-2,1 1,-1 0,44 14,25 4,-28-11,-4-1,83 4,-107-11,46 9,-46-5,40 1,-47-7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14.95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0,'0'0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51.70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1,'4'0,"7"0,5 0,9 0,5 0,2 0,0 0,3 0,1 0,-2 0,-2 0,3 0,-5 0,-7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07.77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1,'553'0,"-512"2,55 9,32 2,-43-14,-50-1,0 2,42 5,-65-3,-1 1,1 1,0 0,11 6,-11-4,0-1,1-1,15 4,5-3,38 0,20 2,22 5,219-7,-181-7,675 2,-785-2,55-9,32-3,19 0,4 1,-115 10,43-8,30-2,-89 13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52.65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0,'782'16,"-122"-5,-622-11,-8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21.03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55,'4'3,"-1"-1,1 1,-1-1,1 0,0 0,0 0,0-1,0 1,7 1,45 6,-36-6,545 45,8-48,-260-3,1948 3,-2143-6,222-40,-40 2,289 7,-406 36,171 4,-192 10,61 1,-182-12,0 3,62 14,-55-9,62 4,158-13,17 0,-193 14,-49-6,6 4,-29-7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3:07.57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48,'4'0,"7"-5,5-1,9 1,5 0,2 2,0 1,3 1,-4-4,-2-1,-3 1,-5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customXml" Target="../ink/ink3.xml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customXml" Target="../ink/ink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.xml"/><Relationship Id="rId5" Type="http://schemas.openxmlformats.org/officeDocument/2006/relationships/image" Target="../media/image15.png"/><Relationship Id="rId4" Type="http://schemas.openxmlformats.org/officeDocument/2006/relationships/customXml" Target="../ink/ink9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3.xml"/><Relationship Id="rId21" Type="http://schemas.openxmlformats.org/officeDocument/2006/relationships/image" Target="../media/image31.png"/><Relationship Id="rId42" Type="http://schemas.openxmlformats.org/officeDocument/2006/relationships/customXml" Target="../ink/ink31.xml"/><Relationship Id="rId47" Type="http://schemas.openxmlformats.org/officeDocument/2006/relationships/image" Target="../media/image44.png"/><Relationship Id="rId63" Type="http://schemas.openxmlformats.org/officeDocument/2006/relationships/image" Target="../media/image52.png"/><Relationship Id="rId68" Type="http://schemas.openxmlformats.org/officeDocument/2006/relationships/customXml" Target="../ink/ink44.xml"/><Relationship Id="rId2" Type="http://schemas.openxmlformats.org/officeDocument/2006/relationships/customXml" Target="../ink/ink11.xml"/><Relationship Id="rId16" Type="http://schemas.openxmlformats.org/officeDocument/2006/relationships/customXml" Target="../ink/ink18.xml"/><Relationship Id="rId29" Type="http://schemas.openxmlformats.org/officeDocument/2006/relationships/image" Target="../media/image35.png"/><Relationship Id="rId11" Type="http://schemas.openxmlformats.org/officeDocument/2006/relationships/image" Target="../media/image26.png"/><Relationship Id="rId24" Type="http://schemas.openxmlformats.org/officeDocument/2006/relationships/customXml" Target="../ink/ink22.xml"/><Relationship Id="rId32" Type="http://schemas.openxmlformats.org/officeDocument/2006/relationships/customXml" Target="../ink/ink26.xml"/><Relationship Id="rId37" Type="http://schemas.openxmlformats.org/officeDocument/2006/relationships/image" Target="../media/image39.png"/><Relationship Id="rId40" Type="http://schemas.openxmlformats.org/officeDocument/2006/relationships/customXml" Target="../ink/ink30.xml"/><Relationship Id="rId45" Type="http://schemas.openxmlformats.org/officeDocument/2006/relationships/image" Target="../media/image43.png"/><Relationship Id="rId53" Type="http://schemas.openxmlformats.org/officeDocument/2006/relationships/image" Target="../media/image47.png"/><Relationship Id="rId58" Type="http://schemas.openxmlformats.org/officeDocument/2006/relationships/customXml" Target="../ink/ink39.xml"/><Relationship Id="rId66" Type="http://schemas.openxmlformats.org/officeDocument/2006/relationships/customXml" Target="../ink/ink43.xml"/><Relationship Id="rId5" Type="http://schemas.openxmlformats.org/officeDocument/2006/relationships/image" Target="../media/image23.png"/><Relationship Id="rId61" Type="http://schemas.openxmlformats.org/officeDocument/2006/relationships/image" Target="../media/image51.png"/><Relationship Id="rId19" Type="http://schemas.openxmlformats.org/officeDocument/2006/relationships/image" Target="../media/image30.png"/><Relationship Id="rId14" Type="http://schemas.openxmlformats.org/officeDocument/2006/relationships/customXml" Target="../ink/ink17.xml"/><Relationship Id="rId22" Type="http://schemas.openxmlformats.org/officeDocument/2006/relationships/customXml" Target="../ink/ink21.xml"/><Relationship Id="rId27" Type="http://schemas.openxmlformats.org/officeDocument/2006/relationships/image" Target="../media/image34.png"/><Relationship Id="rId30" Type="http://schemas.openxmlformats.org/officeDocument/2006/relationships/customXml" Target="../ink/ink25.xml"/><Relationship Id="rId35" Type="http://schemas.openxmlformats.org/officeDocument/2006/relationships/image" Target="../media/image38.png"/><Relationship Id="rId43" Type="http://schemas.openxmlformats.org/officeDocument/2006/relationships/image" Target="../media/image42.png"/><Relationship Id="rId48" Type="http://schemas.openxmlformats.org/officeDocument/2006/relationships/customXml" Target="../ink/ink34.xml"/><Relationship Id="rId56" Type="http://schemas.openxmlformats.org/officeDocument/2006/relationships/customXml" Target="../ink/ink38.xml"/><Relationship Id="rId64" Type="http://schemas.openxmlformats.org/officeDocument/2006/relationships/customXml" Target="../ink/ink42.xml"/><Relationship Id="rId69" Type="http://schemas.openxmlformats.org/officeDocument/2006/relationships/image" Target="../media/image55.png"/><Relationship Id="rId8" Type="http://schemas.openxmlformats.org/officeDocument/2006/relationships/customXml" Target="../ink/ink14.xml"/><Relationship Id="rId51" Type="http://schemas.openxmlformats.org/officeDocument/2006/relationships/image" Target="../media/image46.png"/><Relationship Id="rId72" Type="http://schemas.openxmlformats.org/officeDocument/2006/relationships/customXml" Target="../ink/ink46.xml"/><Relationship Id="rId3" Type="http://schemas.openxmlformats.org/officeDocument/2006/relationships/image" Target="../media/image22.png"/><Relationship Id="rId12" Type="http://schemas.openxmlformats.org/officeDocument/2006/relationships/customXml" Target="../ink/ink16.xml"/><Relationship Id="rId17" Type="http://schemas.openxmlformats.org/officeDocument/2006/relationships/image" Target="../media/image29.png"/><Relationship Id="rId25" Type="http://schemas.openxmlformats.org/officeDocument/2006/relationships/image" Target="../media/image33.png"/><Relationship Id="rId33" Type="http://schemas.openxmlformats.org/officeDocument/2006/relationships/image" Target="../media/image37.png"/><Relationship Id="rId38" Type="http://schemas.openxmlformats.org/officeDocument/2006/relationships/customXml" Target="../ink/ink29.xml"/><Relationship Id="rId46" Type="http://schemas.openxmlformats.org/officeDocument/2006/relationships/customXml" Target="../ink/ink33.xml"/><Relationship Id="rId59" Type="http://schemas.openxmlformats.org/officeDocument/2006/relationships/image" Target="../media/image50.png"/><Relationship Id="rId67" Type="http://schemas.openxmlformats.org/officeDocument/2006/relationships/image" Target="../media/image54.png"/><Relationship Id="rId20" Type="http://schemas.openxmlformats.org/officeDocument/2006/relationships/customXml" Target="../ink/ink20.xml"/><Relationship Id="rId41" Type="http://schemas.openxmlformats.org/officeDocument/2006/relationships/image" Target="../media/image41.png"/><Relationship Id="rId54" Type="http://schemas.openxmlformats.org/officeDocument/2006/relationships/customXml" Target="../ink/ink37.xml"/><Relationship Id="rId62" Type="http://schemas.openxmlformats.org/officeDocument/2006/relationships/customXml" Target="../ink/ink41.xml"/><Relationship Id="rId70" Type="http://schemas.openxmlformats.org/officeDocument/2006/relationships/customXml" Target="../ink/ink4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3.xml"/><Relationship Id="rId15" Type="http://schemas.openxmlformats.org/officeDocument/2006/relationships/image" Target="../media/image28.png"/><Relationship Id="rId23" Type="http://schemas.openxmlformats.org/officeDocument/2006/relationships/image" Target="../media/image32.png"/><Relationship Id="rId28" Type="http://schemas.openxmlformats.org/officeDocument/2006/relationships/customXml" Target="../ink/ink24.xml"/><Relationship Id="rId36" Type="http://schemas.openxmlformats.org/officeDocument/2006/relationships/customXml" Target="../ink/ink28.xml"/><Relationship Id="rId49" Type="http://schemas.openxmlformats.org/officeDocument/2006/relationships/image" Target="../media/image45.png"/><Relationship Id="rId57" Type="http://schemas.openxmlformats.org/officeDocument/2006/relationships/image" Target="../media/image49.png"/><Relationship Id="rId10" Type="http://schemas.openxmlformats.org/officeDocument/2006/relationships/customXml" Target="../ink/ink15.xml"/><Relationship Id="rId31" Type="http://schemas.openxmlformats.org/officeDocument/2006/relationships/image" Target="../media/image36.png"/><Relationship Id="rId44" Type="http://schemas.openxmlformats.org/officeDocument/2006/relationships/customXml" Target="../ink/ink32.xml"/><Relationship Id="rId52" Type="http://schemas.openxmlformats.org/officeDocument/2006/relationships/customXml" Target="../ink/ink36.xml"/><Relationship Id="rId60" Type="http://schemas.openxmlformats.org/officeDocument/2006/relationships/customXml" Target="../ink/ink40.xml"/><Relationship Id="rId65" Type="http://schemas.openxmlformats.org/officeDocument/2006/relationships/image" Target="../media/image53.png"/><Relationship Id="rId73" Type="http://schemas.openxmlformats.org/officeDocument/2006/relationships/image" Target="../media/image57.png"/><Relationship Id="rId4" Type="http://schemas.openxmlformats.org/officeDocument/2006/relationships/customXml" Target="../ink/ink12.xml"/><Relationship Id="rId9" Type="http://schemas.openxmlformats.org/officeDocument/2006/relationships/image" Target="../media/image25.png"/><Relationship Id="rId13" Type="http://schemas.openxmlformats.org/officeDocument/2006/relationships/image" Target="../media/image27.png"/><Relationship Id="rId18" Type="http://schemas.openxmlformats.org/officeDocument/2006/relationships/customXml" Target="../ink/ink19.xml"/><Relationship Id="rId39" Type="http://schemas.openxmlformats.org/officeDocument/2006/relationships/image" Target="../media/image40.png"/><Relationship Id="rId34" Type="http://schemas.openxmlformats.org/officeDocument/2006/relationships/customXml" Target="../ink/ink27.xml"/><Relationship Id="rId50" Type="http://schemas.openxmlformats.org/officeDocument/2006/relationships/customXml" Target="../ink/ink35.xml"/><Relationship Id="rId55" Type="http://schemas.openxmlformats.org/officeDocument/2006/relationships/image" Target="../media/image48.png"/><Relationship Id="rId7" Type="http://schemas.openxmlformats.org/officeDocument/2006/relationships/image" Target="../media/image24.png"/><Relationship Id="rId71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customXml" Target="../ink/ink55.xml"/><Relationship Id="rId26" Type="http://schemas.openxmlformats.org/officeDocument/2006/relationships/customXml" Target="../ink/ink59.xml"/><Relationship Id="rId39" Type="http://schemas.openxmlformats.org/officeDocument/2006/relationships/image" Target="../media/image76.png"/><Relationship Id="rId21" Type="http://schemas.openxmlformats.org/officeDocument/2006/relationships/image" Target="../media/image67.png"/><Relationship Id="rId34" Type="http://schemas.openxmlformats.org/officeDocument/2006/relationships/customXml" Target="../ink/ink63.xml"/><Relationship Id="rId42" Type="http://schemas.openxmlformats.org/officeDocument/2006/relationships/customXml" Target="../ink/ink67.xml"/><Relationship Id="rId47" Type="http://schemas.openxmlformats.org/officeDocument/2006/relationships/image" Target="../media/image80.png"/><Relationship Id="rId50" Type="http://schemas.openxmlformats.org/officeDocument/2006/relationships/customXml" Target="../ink/ink71.xml"/><Relationship Id="rId7" Type="http://schemas.openxmlformats.org/officeDocument/2006/relationships/image" Target="../media/image60.png"/><Relationship Id="rId2" Type="http://schemas.openxmlformats.org/officeDocument/2006/relationships/customXml" Target="../ink/ink47.xml"/><Relationship Id="rId16" Type="http://schemas.openxmlformats.org/officeDocument/2006/relationships/customXml" Target="../ink/ink54.xml"/><Relationship Id="rId29" Type="http://schemas.openxmlformats.org/officeDocument/2006/relationships/image" Target="../media/image71.png"/><Relationship Id="rId11" Type="http://schemas.openxmlformats.org/officeDocument/2006/relationships/image" Target="../media/image62.png"/><Relationship Id="rId24" Type="http://schemas.openxmlformats.org/officeDocument/2006/relationships/customXml" Target="../ink/ink58.xml"/><Relationship Id="rId32" Type="http://schemas.openxmlformats.org/officeDocument/2006/relationships/customXml" Target="../ink/ink62.xml"/><Relationship Id="rId37" Type="http://schemas.openxmlformats.org/officeDocument/2006/relationships/image" Target="../media/image75.png"/><Relationship Id="rId40" Type="http://schemas.openxmlformats.org/officeDocument/2006/relationships/customXml" Target="../ink/ink66.xml"/><Relationship Id="rId45" Type="http://schemas.openxmlformats.org/officeDocument/2006/relationships/image" Target="../media/image79.png"/><Relationship Id="rId53" Type="http://schemas.openxmlformats.org/officeDocument/2006/relationships/image" Target="../media/image83.png"/><Relationship Id="rId5" Type="http://schemas.openxmlformats.org/officeDocument/2006/relationships/image" Target="../media/image59.png"/><Relationship Id="rId10" Type="http://schemas.openxmlformats.org/officeDocument/2006/relationships/customXml" Target="../ink/ink51.xml"/><Relationship Id="rId19" Type="http://schemas.openxmlformats.org/officeDocument/2006/relationships/image" Target="../media/image66.png"/><Relationship Id="rId31" Type="http://schemas.openxmlformats.org/officeDocument/2006/relationships/image" Target="../media/image72.png"/><Relationship Id="rId44" Type="http://schemas.openxmlformats.org/officeDocument/2006/relationships/customXml" Target="../ink/ink68.xml"/><Relationship Id="rId52" Type="http://schemas.openxmlformats.org/officeDocument/2006/relationships/customXml" Target="../ink/ink72.xml"/><Relationship Id="rId4" Type="http://schemas.openxmlformats.org/officeDocument/2006/relationships/customXml" Target="../ink/ink48.xml"/><Relationship Id="rId9" Type="http://schemas.openxmlformats.org/officeDocument/2006/relationships/image" Target="../media/image61.png"/><Relationship Id="rId14" Type="http://schemas.openxmlformats.org/officeDocument/2006/relationships/customXml" Target="../ink/ink53.xml"/><Relationship Id="rId22" Type="http://schemas.openxmlformats.org/officeDocument/2006/relationships/customXml" Target="../ink/ink57.xml"/><Relationship Id="rId27" Type="http://schemas.openxmlformats.org/officeDocument/2006/relationships/image" Target="../media/image70.png"/><Relationship Id="rId30" Type="http://schemas.openxmlformats.org/officeDocument/2006/relationships/customXml" Target="../ink/ink61.xml"/><Relationship Id="rId35" Type="http://schemas.openxmlformats.org/officeDocument/2006/relationships/image" Target="../media/image74.png"/><Relationship Id="rId43" Type="http://schemas.openxmlformats.org/officeDocument/2006/relationships/image" Target="../media/image78.png"/><Relationship Id="rId48" Type="http://schemas.openxmlformats.org/officeDocument/2006/relationships/customXml" Target="../ink/ink70.xml"/><Relationship Id="rId8" Type="http://schemas.openxmlformats.org/officeDocument/2006/relationships/customXml" Target="../ink/ink50.xml"/><Relationship Id="rId51" Type="http://schemas.openxmlformats.org/officeDocument/2006/relationships/image" Target="../media/image82.png"/><Relationship Id="rId3" Type="http://schemas.openxmlformats.org/officeDocument/2006/relationships/image" Target="../media/image58.png"/><Relationship Id="rId12" Type="http://schemas.openxmlformats.org/officeDocument/2006/relationships/customXml" Target="../ink/ink52.xml"/><Relationship Id="rId17" Type="http://schemas.openxmlformats.org/officeDocument/2006/relationships/image" Target="../media/image65.png"/><Relationship Id="rId25" Type="http://schemas.openxmlformats.org/officeDocument/2006/relationships/image" Target="../media/image69.png"/><Relationship Id="rId33" Type="http://schemas.openxmlformats.org/officeDocument/2006/relationships/image" Target="../media/image73.png"/><Relationship Id="rId38" Type="http://schemas.openxmlformats.org/officeDocument/2006/relationships/customXml" Target="../ink/ink65.xml"/><Relationship Id="rId46" Type="http://schemas.openxmlformats.org/officeDocument/2006/relationships/customXml" Target="../ink/ink69.xml"/><Relationship Id="rId20" Type="http://schemas.openxmlformats.org/officeDocument/2006/relationships/customXml" Target="../ink/ink56.xml"/><Relationship Id="rId41" Type="http://schemas.openxmlformats.org/officeDocument/2006/relationships/image" Target="../media/image77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9.xml"/><Relationship Id="rId15" Type="http://schemas.openxmlformats.org/officeDocument/2006/relationships/image" Target="../media/image64.png"/><Relationship Id="rId23" Type="http://schemas.openxmlformats.org/officeDocument/2006/relationships/image" Target="../media/image68.png"/><Relationship Id="rId28" Type="http://schemas.openxmlformats.org/officeDocument/2006/relationships/customXml" Target="../ink/ink60.xml"/><Relationship Id="rId36" Type="http://schemas.openxmlformats.org/officeDocument/2006/relationships/customXml" Target="../ink/ink64.xml"/><Relationship Id="rId49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6.xml"/><Relationship Id="rId13" Type="http://schemas.openxmlformats.org/officeDocument/2006/relationships/image" Target="../media/image89.png"/><Relationship Id="rId18" Type="http://schemas.openxmlformats.org/officeDocument/2006/relationships/customXml" Target="../ink/ink81.xml"/><Relationship Id="rId26" Type="http://schemas.openxmlformats.org/officeDocument/2006/relationships/customXml" Target="../ink/ink85.xml"/><Relationship Id="rId3" Type="http://schemas.openxmlformats.org/officeDocument/2006/relationships/image" Target="../media/image84.png"/><Relationship Id="rId21" Type="http://schemas.openxmlformats.org/officeDocument/2006/relationships/image" Target="../media/image92.png"/><Relationship Id="rId7" Type="http://schemas.openxmlformats.org/officeDocument/2006/relationships/image" Target="../media/image86.png"/><Relationship Id="rId12" Type="http://schemas.openxmlformats.org/officeDocument/2006/relationships/customXml" Target="../ink/ink78.xml"/><Relationship Id="rId17" Type="http://schemas.openxmlformats.org/officeDocument/2006/relationships/image" Target="../media/image90.png"/><Relationship Id="rId25" Type="http://schemas.openxmlformats.org/officeDocument/2006/relationships/image" Target="../media/image94.png"/><Relationship Id="rId2" Type="http://schemas.openxmlformats.org/officeDocument/2006/relationships/customXml" Target="../ink/ink73.xml"/><Relationship Id="rId16" Type="http://schemas.openxmlformats.org/officeDocument/2006/relationships/customXml" Target="../ink/ink80.xml"/><Relationship Id="rId20" Type="http://schemas.openxmlformats.org/officeDocument/2006/relationships/customXml" Target="../ink/ink8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75.xml"/><Relationship Id="rId11" Type="http://schemas.openxmlformats.org/officeDocument/2006/relationships/image" Target="../media/image88.png"/><Relationship Id="rId24" Type="http://schemas.openxmlformats.org/officeDocument/2006/relationships/customXml" Target="../ink/ink84.xml"/><Relationship Id="rId5" Type="http://schemas.openxmlformats.org/officeDocument/2006/relationships/image" Target="../media/image85.png"/><Relationship Id="rId15" Type="http://schemas.openxmlformats.org/officeDocument/2006/relationships/image" Target="../media/image15.png"/><Relationship Id="rId23" Type="http://schemas.openxmlformats.org/officeDocument/2006/relationships/image" Target="../media/image93.png"/><Relationship Id="rId10" Type="http://schemas.openxmlformats.org/officeDocument/2006/relationships/customXml" Target="../ink/ink77.xml"/><Relationship Id="rId19" Type="http://schemas.openxmlformats.org/officeDocument/2006/relationships/image" Target="../media/image91.png"/><Relationship Id="rId4" Type="http://schemas.openxmlformats.org/officeDocument/2006/relationships/customXml" Target="../ink/ink74.xml"/><Relationship Id="rId9" Type="http://schemas.openxmlformats.org/officeDocument/2006/relationships/image" Target="../media/image87.png"/><Relationship Id="rId14" Type="http://schemas.openxmlformats.org/officeDocument/2006/relationships/customXml" Target="../ink/ink79.xml"/><Relationship Id="rId22" Type="http://schemas.openxmlformats.org/officeDocument/2006/relationships/customXml" Target="../ink/ink83.xml"/><Relationship Id="rId27" Type="http://schemas.openxmlformats.org/officeDocument/2006/relationships/image" Target="../media/image9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customXml" Target="../ink/ink8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2.xml"/><Relationship Id="rId18" Type="http://schemas.openxmlformats.org/officeDocument/2006/relationships/image" Target="../media/image105.png"/><Relationship Id="rId26" Type="http://schemas.openxmlformats.org/officeDocument/2006/relationships/image" Target="../media/image109.png"/><Relationship Id="rId39" Type="http://schemas.openxmlformats.org/officeDocument/2006/relationships/customXml" Target="../ink/ink105.xml"/><Relationship Id="rId21" Type="http://schemas.openxmlformats.org/officeDocument/2006/relationships/customXml" Target="../ink/ink96.xml"/><Relationship Id="rId34" Type="http://schemas.openxmlformats.org/officeDocument/2006/relationships/image" Target="../media/image113.png"/><Relationship Id="rId42" Type="http://schemas.openxmlformats.org/officeDocument/2006/relationships/image" Target="../media/image117.png"/><Relationship Id="rId47" Type="http://schemas.openxmlformats.org/officeDocument/2006/relationships/customXml" Target="../ink/ink109.xml"/><Relationship Id="rId7" Type="http://schemas.openxmlformats.org/officeDocument/2006/relationships/customXml" Target="../ink/ink89.xml"/><Relationship Id="rId2" Type="http://schemas.openxmlformats.org/officeDocument/2006/relationships/image" Target="../media/image97.png"/><Relationship Id="rId16" Type="http://schemas.openxmlformats.org/officeDocument/2006/relationships/image" Target="../media/image104.png"/><Relationship Id="rId29" Type="http://schemas.openxmlformats.org/officeDocument/2006/relationships/customXml" Target="../ink/ink10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9.png"/><Relationship Id="rId11" Type="http://schemas.openxmlformats.org/officeDocument/2006/relationships/customXml" Target="../ink/ink91.xml"/><Relationship Id="rId24" Type="http://schemas.openxmlformats.org/officeDocument/2006/relationships/image" Target="../media/image108.png"/><Relationship Id="rId32" Type="http://schemas.openxmlformats.org/officeDocument/2006/relationships/image" Target="../media/image112.png"/><Relationship Id="rId37" Type="http://schemas.openxmlformats.org/officeDocument/2006/relationships/customXml" Target="../ink/ink104.xml"/><Relationship Id="rId40" Type="http://schemas.openxmlformats.org/officeDocument/2006/relationships/image" Target="../media/image116.png"/><Relationship Id="rId45" Type="http://schemas.openxmlformats.org/officeDocument/2006/relationships/customXml" Target="../ink/ink108.xml"/><Relationship Id="rId5" Type="http://schemas.openxmlformats.org/officeDocument/2006/relationships/customXml" Target="../ink/ink88.xml"/><Relationship Id="rId15" Type="http://schemas.openxmlformats.org/officeDocument/2006/relationships/customXml" Target="../ink/ink93.xml"/><Relationship Id="rId23" Type="http://schemas.openxmlformats.org/officeDocument/2006/relationships/customXml" Target="../ink/ink97.xml"/><Relationship Id="rId28" Type="http://schemas.openxmlformats.org/officeDocument/2006/relationships/image" Target="../media/image110.png"/><Relationship Id="rId36" Type="http://schemas.openxmlformats.org/officeDocument/2006/relationships/image" Target="../media/image114.png"/><Relationship Id="rId10" Type="http://schemas.openxmlformats.org/officeDocument/2006/relationships/image" Target="../media/image101.png"/><Relationship Id="rId19" Type="http://schemas.openxmlformats.org/officeDocument/2006/relationships/customXml" Target="../ink/ink95.xml"/><Relationship Id="rId31" Type="http://schemas.openxmlformats.org/officeDocument/2006/relationships/customXml" Target="../ink/ink101.xml"/><Relationship Id="rId44" Type="http://schemas.openxmlformats.org/officeDocument/2006/relationships/image" Target="../media/image118.png"/><Relationship Id="rId4" Type="http://schemas.openxmlformats.org/officeDocument/2006/relationships/image" Target="../media/image98.png"/><Relationship Id="rId9" Type="http://schemas.openxmlformats.org/officeDocument/2006/relationships/customXml" Target="../ink/ink90.xml"/><Relationship Id="rId14" Type="http://schemas.openxmlformats.org/officeDocument/2006/relationships/image" Target="../media/image103.png"/><Relationship Id="rId22" Type="http://schemas.openxmlformats.org/officeDocument/2006/relationships/image" Target="../media/image107.png"/><Relationship Id="rId27" Type="http://schemas.openxmlformats.org/officeDocument/2006/relationships/customXml" Target="../ink/ink99.xml"/><Relationship Id="rId30" Type="http://schemas.openxmlformats.org/officeDocument/2006/relationships/image" Target="../media/image111.png"/><Relationship Id="rId35" Type="http://schemas.openxmlformats.org/officeDocument/2006/relationships/customXml" Target="../ink/ink103.xml"/><Relationship Id="rId43" Type="http://schemas.openxmlformats.org/officeDocument/2006/relationships/customXml" Target="../ink/ink107.xml"/><Relationship Id="rId48" Type="http://schemas.openxmlformats.org/officeDocument/2006/relationships/image" Target="../media/image120.png"/><Relationship Id="rId8" Type="http://schemas.openxmlformats.org/officeDocument/2006/relationships/image" Target="../media/image100.png"/><Relationship Id="rId3" Type="http://schemas.openxmlformats.org/officeDocument/2006/relationships/customXml" Target="../ink/ink87.xml"/><Relationship Id="rId12" Type="http://schemas.openxmlformats.org/officeDocument/2006/relationships/image" Target="../media/image102.png"/><Relationship Id="rId17" Type="http://schemas.openxmlformats.org/officeDocument/2006/relationships/customXml" Target="../ink/ink94.xml"/><Relationship Id="rId25" Type="http://schemas.openxmlformats.org/officeDocument/2006/relationships/customXml" Target="../ink/ink98.xml"/><Relationship Id="rId33" Type="http://schemas.openxmlformats.org/officeDocument/2006/relationships/customXml" Target="../ink/ink102.xml"/><Relationship Id="rId38" Type="http://schemas.openxmlformats.org/officeDocument/2006/relationships/image" Target="../media/image115.png"/><Relationship Id="rId46" Type="http://schemas.openxmlformats.org/officeDocument/2006/relationships/image" Target="../media/image119.png"/><Relationship Id="rId20" Type="http://schemas.openxmlformats.org/officeDocument/2006/relationships/image" Target="../media/image106.png"/><Relationship Id="rId41" Type="http://schemas.openxmlformats.org/officeDocument/2006/relationships/customXml" Target="../ink/ink10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3.xml"/><Relationship Id="rId3" Type="http://schemas.openxmlformats.org/officeDocument/2006/relationships/image" Target="../media/image121.png"/><Relationship Id="rId7" Type="http://schemas.openxmlformats.org/officeDocument/2006/relationships/image" Target="../media/image123.png"/><Relationship Id="rId2" Type="http://schemas.openxmlformats.org/officeDocument/2006/relationships/customXml" Target="../ink/ink110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12.xml"/><Relationship Id="rId11" Type="http://schemas.openxmlformats.org/officeDocument/2006/relationships/image" Target="../media/image125.png"/><Relationship Id="rId5" Type="http://schemas.openxmlformats.org/officeDocument/2006/relationships/image" Target="../media/image122.png"/><Relationship Id="rId10" Type="http://schemas.openxmlformats.org/officeDocument/2006/relationships/customXml" Target="../ink/ink114.xml"/><Relationship Id="rId4" Type="http://schemas.openxmlformats.org/officeDocument/2006/relationships/customXml" Target="../ink/ink111.xml"/><Relationship Id="rId9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8.xml"/><Relationship Id="rId3" Type="http://schemas.openxmlformats.org/officeDocument/2006/relationships/image" Target="../media/image126.png"/><Relationship Id="rId7" Type="http://schemas.openxmlformats.org/officeDocument/2006/relationships/image" Target="../media/image128.png"/><Relationship Id="rId2" Type="http://schemas.openxmlformats.org/officeDocument/2006/relationships/customXml" Target="../ink/ink11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17.xml"/><Relationship Id="rId11" Type="http://schemas.openxmlformats.org/officeDocument/2006/relationships/image" Target="../media/image130.png"/><Relationship Id="rId5" Type="http://schemas.openxmlformats.org/officeDocument/2006/relationships/image" Target="../media/image127.png"/><Relationship Id="rId10" Type="http://schemas.openxmlformats.org/officeDocument/2006/relationships/customXml" Target="../ink/ink119.xml"/><Relationship Id="rId4" Type="http://schemas.openxmlformats.org/officeDocument/2006/relationships/customXml" Target="../ink/ink116.xml"/><Relationship Id="rId9" Type="http://schemas.openxmlformats.org/officeDocument/2006/relationships/image" Target="../media/image1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customXml" Target="../ink/ink12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2" Type="http://schemas.openxmlformats.org/officeDocument/2006/relationships/customXml" Target="../ink/ink121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23.xml"/><Relationship Id="rId5" Type="http://schemas.openxmlformats.org/officeDocument/2006/relationships/image" Target="../media/image133.png"/><Relationship Id="rId4" Type="http://schemas.openxmlformats.org/officeDocument/2006/relationships/customXml" Target="../ink/ink12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24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customXml" Target="../ink/ink12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6.png"/><Relationship Id="rId4" Type="http://schemas.openxmlformats.org/officeDocument/2006/relationships/customXml" Target="../ink/ink12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customXml" Target="../ink/ink127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customXml" Target="../ink/ink128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customXml" Target="../ink/ink129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90387" y="3568704"/>
            <a:ext cx="9411231" cy="2894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Структура проекту. </a:t>
            </a:r>
          </a:p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Змінні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2BE045-04C0-4091-B2BF-1F8172ABF80C}"/>
              </a:ext>
            </a:extLst>
          </p:cNvPr>
          <p:cNvSpPr txBox="1"/>
          <p:nvPr/>
        </p:nvSpPr>
        <p:spPr>
          <a:xfrm>
            <a:off x="400049" y="1473465"/>
            <a:ext cx="385385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початку треба створити проект</a:t>
            </a:r>
            <a:r>
              <a:rPr lang="en-US" sz="2400" dirty="0">
                <a:solidFill>
                  <a:srgbClr val="000000"/>
                </a:solidFill>
              </a:rPr>
              <a:t>. </a:t>
            </a:r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Оберіть в мовах програмування «</a:t>
            </a:r>
            <a:r>
              <a:rPr lang="en-US" sz="2400" dirty="0">
                <a:solidFill>
                  <a:srgbClr val="000000"/>
                </a:solidFill>
              </a:rPr>
              <a:t>C#</a:t>
            </a:r>
            <a:r>
              <a:rPr lang="uk-UA" sz="2400" dirty="0">
                <a:solidFill>
                  <a:srgbClr val="000000"/>
                </a:solidFill>
              </a:rPr>
              <a:t>» в лівому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</a:t>
            </a:r>
            <a:r>
              <a:rPr lang="en-US" sz="2400" dirty="0">
                <a:solidFill>
                  <a:srgbClr val="000000"/>
                </a:solidFill>
              </a:rPr>
              <a:t>.</a:t>
            </a: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uk-UA" sz="2400" dirty="0">
                <a:solidFill>
                  <a:srgbClr val="000000"/>
                </a:solidFill>
              </a:rPr>
              <a:t>«Консоль (.</a:t>
            </a:r>
            <a:r>
              <a:rPr lang="en-US" sz="2400" dirty="0">
                <a:solidFill>
                  <a:srgbClr val="000000"/>
                </a:solidFill>
              </a:rPr>
              <a:t>NET Framework</a:t>
            </a:r>
            <a:r>
              <a:rPr lang="uk-UA" sz="2400" dirty="0">
                <a:solidFill>
                  <a:srgbClr val="000000"/>
                </a:solidFill>
              </a:rPr>
              <a:t>)» в правому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«Консольний додаток».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CC266B-FFC3-4F37-AEEE-E762AC985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719" y="1473465"/>
            <a:ext cx="6966266" cy="463867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Рукописні дані 9">
                <a:extLst>
                  <a:ext uri="{FF2B5EF4-FFF2-40B4-BE49-F238E27FC236}">
                    <a16:creationId xmlns:a16="http://schemas.microsoft.com/office/drawing/2014/main" id="{B2813A40-2D09-4257-AAC8-3C8251A1DF7D}"/>
                  </a:ext>
                </a:extLst>
              </p14:cNvPr>
              <p14:cNvContentPartPr/>
              <p14:nvPr/>
            </p14:nvContentPartPr>
            <p14:xfrm>
              <a:off x="10495830" y="2341980"/>
              <a:ext cx="610200" cy="563400"/>
            </p14:xfrm>
          </p:contentPart>
        </mc:Choice>
        <mc:Fallback>
          <p:pic>
            <p:nvPicPr>
              <p:cNvPr id="10" name="Рукописні дані 9">
                <a:extLst>
                  <a:ext uri="{FF2B5EF4-FFF2-40B4-BE49-F238E27FC236}">
                    <a16:creationId xmlns:a16="http://schemas.microsoft.com/office/drawing/2014/main" id="{B2813A40-2D09-4257-AAC8-3C8251A1DF7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487190" y="2332980"/>
                <a:ext cx="627840" cy="58104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A30EA8C-9F08-4BFD-94CD-C125DBC9506D}"/>
              </a:ext>
            </a:extLst>
          </p:cNvPr>
          <p:cNvSpPr txBox="1"/>
          <p:nvPr/>
        </p:nvSpPr>
        <p:spPr>
          <a:xfrm>
            <a:off x="400049" y="6262042"/>
            <a:ext cx="10972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400" dirty="0">
                <a:cs typeface="Arial" panose="020B0604020202020204" pitchFamily="34" charset="0"/>
              </a:rPr>
              <a:t>Якщо у вас у списку немає вибору проекту, перейдіть у напис «</a:t>
            </a:r>
            <a:r>
              <a:rPr lang="en-US" sz="2400" dirty="0">
                <a:cs typeface="Arial" panose="020B0604020202020204" pitchFamily="34" charset="0"/>
              </a:rPr>
              <a:t>Install more tools…</a:t>
            </a:r>
            <a:r>
              <a:rPr lang="uk-UA" sz="2400" dirty="0">
                <a:cs typeface="Arial" panose="020B0604020202020204" pitchFamily="34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Install more tools…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того, щоб додати бібліотеки </a:t>
            </a:r>
            <a:r>
              <a:rPr lang="uk-UA" sz="2400" dirty="0" err="1">
                <a:solidFill>
                  <a:srgbClr val="000000"/>
                </a:solidFill>
              </a:rPr>
              <a:t>недостаючі</a:t>
            </a:r>
            <a:r>
              <a:rPr lang="uk-UA" sz="2400" dirty="0">
                <a:solidFill>
                  <a:srgbClr val="000000"/>
                </a:solidFill>
              </a:rPr>
              <a:t>, натисніть: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96638C-563D-491D-AAB0-44CC7CB30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562" y="1917832"/>
            <a:ext cx="5754289" cy="302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4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Install more tools…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Переконайтесь, що у вас інстальовані наступні бібліотеки: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3F5A3-7688-4DCB-AAFF-687DF264DC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96" t="11710" r="29044" b="28433"/>
          <a:stretch/>
        </p:blipFill>
        <p:spPr>
          <a:xfrm>
            <a:off x="4940051" y="1238249"/>
            <a:ext cx="6591300" cy="3218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E39D895-E697-472E-AF61-69C61C92D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4629151"/>
            <a:ext cx="599122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032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7992D6-76F5-45DE-8736-FCD92E185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03" y="1441021"/>
            <a:ext cx="7791797" cy="518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400049" y="1473465"/>
            <a:ext cx="385385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У обведене червоне поле напишіть назву латинськими (англійськими) літерами.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«Місце знаходження вашого проекту» за допомогою наступного синього поля.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</a:t>
            </a:r>
            <a:r>
              <a:rPr lang="en-US" sz="2400" dirty="0">
                <a:solidFill>
                  <a:srgbClr val="000000"/>
                </a:solidFill>
              </a:rPr>
              <a:t>Next</a:t>
            </a:r>
            <a:r>
              <a:rPr lang="uk-UA" sz="2400" dirty="0">
                <a:solidFill>
                  <a:srgbClr val="000000"/>
                </a:solidFill>
              </a:rPr>
              <a:t>».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597821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</a:t>
            </a:r>
            <a:r>
              <a:rPr lang="en-US" sz="2400" dirty="0">
                <a:solidFill>
                  <a:srgbClr val="000000"/>
                </a:solidFill>
              </a:rPr>
              <a:t>1. </a:t>
            </a:r>
            <a:r>
              <a:rPr lang="uk-UA" sz="2400" dirty="0">
                <a:solidFill>
                  <a:srgbClr val="000000"/>
                </a:solidFill>
              </a:rPr>
              <a:t>Натискайте </a:t>
            </a:r>
            <a:r>
              <a:rPr lang="en-US" sz="2400" dirty="0">
                <a:solidFill>
                  <a:srgbClr val="000000"/>
                </a:solidFill>
              </a:rPr>
              <a:t>Create.</a:t>
            </a:r>
          </a:p>
          <a:p>
            <a:endParaRPr lang="en-US" sz="2400" dirty="0">
              <a:solidFill>
                <a:srgbClr val="000000"/>
              </a:solidFill>
            </a:endParaRPr>
          </a:p>
          <a:p>
            <a:endParaRPr lang="uk-UA" sz="2400" dirty="0">
              <a:solidFill>
                <a:srgbClr val="000000"/>
              </a:solidFill>
            </a:endParaRPr>
          </a:p>
          <a:p>
            <a:endParaRPr lang="en-US" sz="2400" dirty="0">
              <a:solidFill>
                <a:srgbClr val="000000"/>
              </a:solidFill>
            </a:endParaRPr>
          </a:p>
          <a:p>
            <a:pPr algn="ctr"/>
            <a:r>
              <a:rPr lang="uk-UA" sz="2400" dirty="0">
                <a:solidFill>
                  <a:srgbClr val="000000"/>
                </a:solidFill>
              </a:rPr>
              <a:t>Вітаю вас у світі програмування!</a:t>
            </a:r>
            <a:endParaRPr lang="uk-UA" sz="2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A74AC15-E9B4-4A67-824E-DCA521CA5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9075" y="1342951"/>
            <a:ext cx="8073776" cy="537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271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Саме таке вікно у вас повинно було відкритись.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8D38976-E18F-4935-974F-14D3CD7D5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1941321"/>
            <a:ext cx="8319247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652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Весь код програми мовою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міститься у файли 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у проекті, який створюється 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(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а також при використанні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CLI),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вже є один файл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-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файл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 таким вмістом:</a:t>
            </a:r>
            <a:endParaRPr lang="uk-UA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5E71CD-A0F1-4286-9CE7-6928E7CFDA91}"/>
              </a:ext>
            </a:extLst>
          </p:cNvPr>
          <p:cNvSpPr txBox="1"/>
          <p:nvPr/>
        </p:nvSpPr>
        <p:spPr>
          <a:xfrm>
            <a:off x="400049" y="5453539"/>
            <a:ext cx="113252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Саме код файлу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виконується за умовчанням, якщо ми запустимо проект виконання. Але за потреби ми також можемо додавати інші файли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765D78-174C-4CCF-86FC-0357BE0DC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007" y="2730024"/>
            <a:ext cx="3363985" cy="257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958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Найголовніше, що треба знати – це те, що код треба писати в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Main,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бо він є точкою запуску компілятора.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D6B560-6F7D-4744-A9A7-9205282E0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2235458"/>
            <a:ext cx="4243387" cy="3220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26874E-EF6A-4899-8A12-67A7C137205B}"/>
              </a:ext>
            </a:extLst>
          </p:cNvPr>
          <p:cNvSpPr txBox="1"/>
          <p:nvPr/>
        </p:nvSpPr>
        <p:spPr>
          <a:xfrm>
            <a:off x="400049" y="3697066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– це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програма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яка переписує код, написаний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у машинний код або код мовою асемблера. </a:t>
            </a: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Цей процес дає змогу створювати файли, які можуть запускатися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конкретному вашому комп’ютері. </a:t>
            </a: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Кожен раз, коли ви відкриваєте файл – він підлаштовуються під систему, де ви його запускаєте, що дозволяє запускати його на різних комп’ютерних системах.</a:t>
            </a:r>
          </a:p>
        </p:txBody>
      </p:sp>
    </p:spTree>
    <p:extLst>
      <p:ext uri="{BB962C8B-B14F-4D97-AF65-F5344CB8AC3E}">
        <p14:creationId xmlns:p14="http://schemas.microsoft.com/office/powerpoint/2010/main" val="2043470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66726" y="1404461"/>
            <a:ext cx="112585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</a:rPr>
              <a:t>Базовим будівельним блоком програми є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інструкції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 (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statement).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Інструкція представляє певну дію, наприклад, арифметичну операцію, виклик методу, оголошення змінної та присвоєння їй значення. Наприкінці кожної інструкції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ставиться крапка з комою (;). Цей знак вказує компілятор на кінець інструкції. Наприклад, у проекті консольної програми, який створюється за замовчуванням, є такий рядок:</a:t>
            </a:r>
            <a:endParaRPr lang="uk-UA" sz="2400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BA83AC41-6E10-432B-8B6F-1EC83F132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2" y="3712785"/>
            <a:ext cx="112585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5E0D20C-4628-44FA-89DF-26E16003C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726" y="3999012"/>
            <a:ext cx="1125854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Цей рядок представляє виклик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який виводить на консоль рядок. У разі виклик методу є інструкцією і тому завершується точкою з комою.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5133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4877F-3FD0-4D0E-A44B-2D03394683A0}"/>
              </a:ext>
            </a:extLst>
          </p:cNvPr>
          <p:cNvSpPr txBox="1"/>
          <p:nvPr/>
        </p:nvSpPr>
        <p:spPr>
          <a:xfrm>
            <a:off x="552450" y="1400086"/>
            <a:ext cx="110299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Набір інструкцій може поєднуватися в блок коду. Блок коду полягає у фігурних дужках, а інструкції поміщаються між відкриває і закриває фігурними дужками.</a:t>
            </a:r>
            <a:r>
              <a:rPr kumimoji="0" lang="en-US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змінимо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 код файлу </a:t>
            </a:r>
            <a:r>
              <a:rPr lang="ru-RU" sz="2400" b="1" i="0" dirty="0" err="1">
                <a:solidFill>
                  <a:srgbClr val="000000"/>
                </a:solidFill>
                <a:effectLst/>
                <a:latin typeface="+mn-lt"/>
              </a:rPr>
              <a:t>Program.cs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 на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наступний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A44CB-E75E-4BFD-8D9D-0D0600867CB3}"/>
              </a:ext>
            </a:extLst>
          </p:cNvPr>
          <p:cNvSpPr txBox="1"/>
          <p:nvPr/>
        </p:nvSpPr>
        <p:spPr>
          <a:xfrm>
            <a:off x="552450" y="5616485"/>
            <a:ext cx="1102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два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286EBE-A04C-4063-ACFA-2C4CEACF340E}"/>
              </a:ext>
            </a:extLst>
          </p:cNvPr>
          <p:cNvSpPr txBox="1"/>
          <p:nvPr/>
        </p:nvSpPr>
        <p:spPr>
          <a:xfrm>
            <a:off x="609600" y="2540188"/>
            <a:ext cx="620077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System;</a:t>
            </a:r>
          </a:p>
          <a:p>
            <a:endParaRPr lang="uk-UA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Test2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internal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Program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{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{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починається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block!"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Гарної подорожі у світі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C#"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}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}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закінчується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uk-UA" sz="1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570977-B102-4616-B051-D66C45C3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263" y="2612847"/>
            <a:ext cx="5640248" cy="300363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5" name="Рукописні дані 34">
                <a:extLst>
                  <a:ext uri="{FF2B5EF4-FFF2-40B4-BE49-F238E27FC236}">
                    <a16:creationId xmlns:a16="http://schemas.microsoft.com/office/drawing/2014/main" id="{AB91E4C9-292F-4313-82C4-ED006D1CBE6F}"/>
                  </a:ext>
                </a:extLst>
              </p14:cNvPr>
              <p14:cNvContentPartPr/>
              <p14:nvPr/>
            </p14:nvContentPartPr>
            <p14:xfrm>
              <a:off x="1723710" y="4980750"/>
              <a:ext cx="174600" cy="10800"/>
            </p14:xfrm>
          </p:contentPart>
        </mc:Choice>
        <mc:Fallback>
          <p:pic>
            <p:nvPicPr>
              <p:cNvPr id="35" name="Рукописні дані 34">
                <a:extLst>
                  <a:ext uri="{FF2B5EF4-FFF2-40B4-BE49-F238E27FC236}">
                    <a16:creationId xmlns:a16="http://schemas.microsoft.com/office/drawing/2014/main" id="{AB91E4C9-292F-4313-82C4-ED006D1CBE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15070" y="4972110"/>
                <a:ext cx="19224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Групувати 36">
            <a:extLst>
              <a:ext uri="{FF2B5EF4-FFF2-40B4-BE49-F238E27FC236}">
                <a16:creationId xmlns:a16="http://schemas.microsoft.com/office/drawing/2014/main" id="{DDB0AA37-F130-4B53-9B3F-84AC31C9DD97}"/>
              </a:ext>
            </a:extLst>
          </p:cNvPr>
          <p:cNvGrpSpPr/>
          <p:nvPr/>
        </p:nvGrpSpPr>
        <p:grpSpPr>
          <a:xfrm>
            <a:off x="1759710" y="4423470"/>
            <a:ext cx="375840" cy="120600"/>
            <a:chOff x="1759710" y="4423470"/>
            <a:chExt cx="375840" cy="12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964E47D6-FBAF-4AFA-96BD-E475B2D7065B}"/>
                    </a:ext>
                  </a:extLst>
                </p14:cNvPr>
                <p14:cNvContentPartPr/>
                <p14:nvPr/>
              </p14:nvContentPartPr>
              <p14:xfrm>
                <a:off x="1838190" y="4438590"/>
                <a:ext cx="360" cy="360"/>
              </p14:xfrm>
            </p:contentPart>
          </mc:Choice>
          <mc:Fallback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964E47D6-FBAF-4AFA-96BD-E475B2D7065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29190" y="442959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3" name="Рукописні дані 32">
                  <a:extLst>
                    <a:ext uri="{FF2B5EF4-FFF2-40B4-BE49-F238E27FC236}">
                      <a16:creationId xmlns:a16="http://schemas.microsoft.com/office/drawing/2014/main" id="{4A99259E-DA40-4833-ADF0-7AE1FC4F3B60}"/>
                    </a:ext>
                  </a:extLst>
                </p14:cNvPr>
                <p14:cNvContentPartPr/>
                <p14:nvPr/>
              </p14:nvContentPartPr>
              <p14:xfrm>
                <a:off x="1809750" y="4423470"/>
                <a:ext cx="78480" cy="6120"/>
              </p14:xfrm>
            </p:contentPart>
          </mc:Choice>
          <mc:Fallback>
            <p:pic>
              <p:nvPicPr>
                <p:cNvPr id="33" name="Рукописні дані 32">
                  <a:extLst>
                    <a:ext uri="{FF2B5EF4-FFF2-40B4-BE49-F238E27FC236}">
                      <a16:creationId xmlns:a16="http://schemas.microsoft.com/office/drawing/2014/main" id="{4A99259E-DA40-4833-ADF0-7AE1FC4F3B6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00750" y="4414470"/>
                  <a:ext cx="96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36" name="Рукописні дані 35">
                  <a:extLst>
                    <a:ext uri="{FF2B5EF4-FFF2-40B4-BE49-F238E27FC236}">
                      <a16:creationId xmlns:a16="http://schemas.microsoft.com/office/drawing/2014/main" id="{82CB56E6-DB7A-4B36-9548-F8B8977B094C}"/>
                    </a:ext>
                  </a:extLst>
                </p14:cNvPr>
                <p14:cNvContentPartPr/>
                <p14:nvPr/>
              </p14:nvContentPartPr>
              <p14:xfrm>
                <a:off x="1759710" y="4444350"/>
                <a:ext cx="375840" cy="99720"/>
              </p14:xfrm>
            </p:contentPart>
          </mc:Choice>
          <mc:Fallback>
            <p:pic>
              <p:nvPicPr>
                <p:cNvPr id="36" name="Рукописні дані 35">
                  <a:extLst>
                    <a:ext uri="{FF2B5EF4-FFF2-40B4-BE49-F238E27FC236}">
                      <a16:creationId xmlns:a16="http://schemas.microsoft.com/office/drawing/2014/main" id="{82CB56E6-DB7A-4B36-9548-F8B8977B094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0710" y="4435710"/>
                  <a:ext cx="393480" cy="11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4934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4" y="1314361"/>
            <a:ext cx="1039177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три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58C604A-2E7C-4132-A891-42D8A98DE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2" y="2068413"/>
            <a:ext cx="11801477" cy="923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kumimoji="0" lang="ru-RU" altLang="uk-UA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block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у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св?т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C#</a:t>
            </a:r>
            <a:endParaRPr kumimoji="0" lang="uk-UA" altLang="uk-UA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7520B8-A2FF-41EF-B85F-0616F0E9A292}"/>
              </a:ext>
            </a:extLst>
          </p:cNvPr>
          <p:cNvSpPr txBox="1"/>
          <p:nvPr/>
        </p:nvSpPr>
        <p:spPr>
          <a:xfrm>
            <a:off x="314323" y="3046302"/>
            <a:ext cx="11506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</a:rPr>
              <a:t>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блоці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які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виводять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певний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рядок.</a:t>
            </a:r>
            <a:endParaRPr lang="uk-UA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E0049E-BCB7-4026-9809-48394C08A73A}"/>
              </a:ext>
            </a:extLst>
          </p:cNvPr>
          <p:cNvSpPr txBox="1"/>
          <p:nvPr/>
        </p:nvSpPr>
        <p:spPr>
          <a:xfrm>
            <a:off x="314323" y="36485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Одні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можуть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інші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блоки:</a:t>
            </a:r>
            <a:endParaRPr lang="uk-UA" sz="2400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A9259BAB-CAF9-4B8D-8D53-88E4E2577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3" y="4066311"/>
            <a:ext cx="11353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"Перший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"Другий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2FAA9C3D-E8AE-43B1-9074-8E26DC6F23F2}"/>
                  </a:ext>
                </a:extLst>
              </p14:cNvPr>
              <p14:cNvContentPartPr/>
              <p14:nvPr/>
            </p14:nvContentPartPr>
            <p14:xfrm>
              <a:off x="194430" y="1980900"/>
              <a:ext cx="4292640" cy="126792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2FAA9C3D-E8AE-43B1-9074-8E26DC6F23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790" y="1972260"/>
                <a:ext cx="4310280" cy="128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87645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 err="1">
                <a:solidFill>
                  <a:srgbClr val="000000"/>
                </a:solidFill>
                <a:latin typeface="-apple-system"/>
              </a:rPr>
              <a:t>Регістрозалежність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5" y="1352461"/>
            <a:ext cx="103917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регістрозалежною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мовою. Це означає, що в залежності від регістру символів певні назви можуть представляти різні класи, методи, змінні 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Наприклад, для виведення на консоль використовується метод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його ім'я починається саме з великої літери: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WriteLine". </a:t>
            </a:r>
            <a:endParaRPr lang="uk-UA" sz="2400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Якщо ми замість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напишемо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то програма не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скомпілюється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, тому що даний метод обов'язково має називатися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 не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якось інакше.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A97AE79E-90D6-4241-AE5C-0CD25834FEC4}"/>
                  </a:ext>
                </a:extLst>
              </p14:cNvPr>
              <p14:cNvContentPartPr/>
              <p14:nvPr/>
            </p14:nvContentPartPr>
            <p14:xfrm>
              <a:off x="7829310" y="3876300"/>
              <a:ext cx="274680" cy="3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A97AE79E-90D6-4241-AE5C-0CD25834FE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20670" y="3867660"/>
                <a:ext cx="29232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6856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Коментарі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26" y="1254244"/>
            <a:ext cx="11739716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Важливою частиною програмного коду є коментарі.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Вони не є частиною програми, при компіляції вони ігноруються. Проте коментарі роблять код програми зрозумілішим, допомагаючи зрозуміти ті чи інші його частини.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є два типи коментарів: однорядковий та багаторядковий. Однорядковий коментар розміщується на одному рядку після подвійного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слішу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//. А багаторядковий коментар полягає між символами /* текст коментаря */. Він може розміщуватись на декількох рядках. Наприклад: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0C07F-5161-4193-8FA5-394BA0C0D7E1}"/>
              </a:ext>
            </a:extLst>
          </p:cNvPr>
          <p:cNvSpPr txBox="1"/>
          <p:nvPr/>
        </p:nvSpPr>
        <p:spPr>
          <a:xfrm>
            <a:off x="324464" y="4648363"/>
            <a:ext cx="1154307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/*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перша программа на C#,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яка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виводить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</a:t>
            </a:r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#”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");//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endParaRPr lang="en-US" sz="1400" b="0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fontAlgn="base"/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або можна перед якоюсь дією ставити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C#"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 подорожі у світі 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C#");</a:t>
            </a:r>
          </a:p>
        </p:txBody>
      </p:sp>
    </p:spTree>
    <p:extLst>
      <p:ext uri="{BB962C8B-B14F-4D97-AF65-F5344CB8AC3E}">
        <p14:creationId xmlns:p14="http://schemas.microsoft.com/office/powerpoint/2010/main" val="1315322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464" y="1322866"/>
            <a:ext cx="11543071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У кожному проекті проекту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файл, який відповідає за загальну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проекту. За промовчанням цей файл називається </a:t>
            </a:r>
            <a:r>
              <a:rPr lang="uk-UA" sz="2400" b="1" i="0" dirty="0" err="1">
                <a:solidFill>
                  <a:srgbClr val="000000"/>
                </a:solidFill>
                <a:effectLst/>
                <a:latin typeface="-apple-system"/>
              </a:rPr>
              <a:t>Назва_проекту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-apple-system"/>
              </a:rPr>
              <a:t>csproj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Отже, відкриємо цей файл. Для цього або подвійним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кліком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лівою кнопкою миші натиснемо на назву проекту, або натиснемо на назву проекту правою кнопкою миші і в меню виберемо пункт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Edit Project File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92BA122-F68D-4FAE-894A-00738CE33B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94" b="43869"/>
          <a:stretch/>
        </p:blipFill>
        <p:spPr>
          <a:xfrm>
            <a:off x="1199534" y="3429000"/>
            <a:ext cx="9792929" cy="24678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84AABD7-6E95-44E9-B43B-C2B09733B557}"/>
              </a:ext>
            </a:extLst>
          </p:cNvPr>
          <p:cNvSpPr txBox="1"/>
          <p:nvPr/>
        </p:nvSpPr>
        <p:spPr>
          <a:xfrm>
            <a:off x="314632" y="6046442"/>
            <a:ext cx="115430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виглядатиме, як малюнок вище.</a:t>
            </a:r>
          </a:p>
          <a:p>
            <a:br>
              <a:rPr lang="uk-UA" sz="2400" dirty="0"/>
            </a:b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1977701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836F9-83B8-43F6-97AF-016BEB6360E5}"/>
              </a:ext>
            </a:extLst>
          </p:cNvPr>
          <p:cNvSpPr txBox="1"/>
          <p:nvPr/>
        </p:nvSpPr>
        <p:spPr>
          <a:xfrm>
            <a:off x="352425" y="219851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Sdk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Microsoft.NET.Sdk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Exe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net8.0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C7456-831B-4407-B968-6608FC0A0A9C}"/>
              </a:ext>
            </a:extLst>
          </p:cNvPr>
          <p:cNvSpPr txBox="1"/>
          <p:nvPr/>
        </p:nvSpPr>
        <p:spPr>
          <a:xfrm>
            <a:off x="352425" y="1367522"/>
            <a:ext cx="108775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</a:t>
            </a:r>
            <a:r>
              <a:rPr lang="uk-UA" sz="2400" dirty="0">
                <a:solidFill>
                  <a:srgbClr val="000000"/>
                </a:solidFill>
              </a:rPr>
              <a:t> наступним чином:</a:t>
            </a:r>
            <a:endParaRPr lang="uk-UA" sz="2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40595-5A50-41F7-9D59-56EAC5958EB5}"/>
              </a:ext>
            </a:extLst>
          </p:cNvPr>
          <p:cNvSpPr txBox="1"/>
          <p:nvPr/>
        </p:nvSpPr>
        <p:spPr>
          <a:xfrm>
            <a:off x="352425" y="5337840"/>
            <a:ext cx="114871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Цей файл у вигляді коду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xml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проекту і може містити безліч елементів. 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2886137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D9BF1-998E-46E4-9928-3804B3B221F7}"/>
              </a:ext>
            </a:extLst>
          </p:cNvPr>
          <p:cNvSpPr txBox="1"/>
          <p:nvPr/>
        </p:nvSpPr>
        <p:spPr>
          <a:xfrm>
            <a:off x="371475" y="1332369"/>
            <a:ext cx="115443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Зупинимось тільки на двох основних:</a:t>
            </a:r>
          </a:p>
          <a:p>
            <a:pPr algn="l"/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OutputType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вихідний тип проекту.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Це може бути додаток у вигляді файлу з розширенням 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exe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який запускається по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натисканню.І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також це може бути файл із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dll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деякий набір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функціональностей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, який використовується іншими проектами.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тут встановлено значення "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Exe",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означає, що ми створюємо програму, що виконується.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TargetFramework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версію фреймворку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застосовується для компіляції. У разі це значення "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net6.0 " 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тобто застосовується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6.0.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На ранніх етапах цей файл може не знадобитися, проте згодом може знадобитися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внести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деякі зміни в конфігурацію, і тоді може виникнути потреба у зверненні до цього файлу.</a:t>
            </a:r>
          </a:p>
        </p:txBody>
      </p:sp>
    </p:spTree>
    <p:extLst>
      <p:ext uri="{BB962C8B-B14F-4D97-AF65-F5344CB8AC3E}">
        <p14:creationId xmlns:p14="http://schemas.microsoft.com/office/powerpoint/2010/main" val="3082052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8" y="1386682"/>
            <a:ext cx="11728961" cy="3440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Для зберігання даних у програмі застосовуються </a:t>
            </a:r>
            <a:r>
              <a:rPr kumimoji="0" lang="uk-UA" altLang="uk-UA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змінні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Змінна являє саме ванну область пам'яті, в якій зберігається значення певного типу. Змінна має тип, ім'я та значення.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6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Тип визначає, що такого роду інформацію може зберігати змінна.</a:t>
            </a:r>
            <a:r>
              <a:rPr lang="uk-UA" altLang="uk-UA" sz="2600" dirty="0"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Перед використанням будь-яку змінну слід визначити. Синтаксис визначення змінної виглядає так: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D036D-538E-4EE3-88BE-53C04DCD696D}"/>
              </a:ext>
            </a:extLst>
          </p:cNvPr>
          <p:cNvSpPr txBox="1"/>
          <p:nvPr/>
        </p:nvSpPr>
        <p:spPr>
          <a:xfrm>
            <a:off x="545843" y="4901594"/>
            <a:ext cx="4227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тип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ім’я_змінної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87DC77E6-90D9-4EEB-AB62-85E35F9AEDD9}"/>
                  </a:ext>
                </a:extLst>
              </p14:cNvPr>
              <p14:cNvContentPartPr/>
              <p14:nvPr/>
            </p14:nvContentPartPr>
            <p14:xfrm>
              <a:off x="2543070" y="5048100"/>
              <a:ext cx="3960" cy="3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87DC77E6-90D9-4EEB-AB62-85E35F9AED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4430" y="5039460"/>
                <a:ext cx="216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B19F8B82-322F-4111-885A-408249683F13}"/>
                  </a:ext>
                </a:extLst>
              </p14:cNvPr>
              <p14:cNvContentPartPr/>
              <p14:nvPr/>
            </p14:nvContentPartPr>
            <p14:xfrm>
              <a:off x="2361990" y="5086260"/>
              <a:ext cx="360" cy="36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B19F8B82-322F-4111-885A-408249683F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52990" y="507762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76AB9C19-4167-486E-A861-A14B497C24C1}"/>
                  </a:ext>
                </a:extLst>
              </p14:cNvPr>
              <p14:cNvContentPartPr/>
              <p14:nvPr/>
            </p14:nvContentPartPr>
            <p14:xfrm>
              <a:off x="6819510" y="5971860"/>
              <a:ext cx="360" cy="360"/>
            </p14:xfrm>
          </p:contentPart>
        </mc:Choice>
        <mc:Fallback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76AB9C19-4167-486E-A861-A14B497C24C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10870" y="596322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87860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9" y="1428452"/>
            <a:ext cx="11728961" cy="4001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Спочатку йде тип змінної, потім її ім'я. Як ім'я змінної може виступати будь-яка довільна назва, яка задовольняє наступним вимогам: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може містити будь-які цифри, букви та символ підкреслення, при цьому перший символ в імені має бути буквою або символом підкреслення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В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імені не повинно бути знаків пунктуації та пропусків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не може бути ключовим словом мови C#. Таких слів не так багато, і під час роботи у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Visual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Studio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середовище розробки підсвічує ключові слова синім кольором.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Хоча ім'я зміною може бути будь-яким, але слід давати змінним описові імена, які будуть говорити про їхнє призначення.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59343103-7CEA-4B7A-8F0A-F5C9165BD074}"/>
                  </a:ext>
                </a:extLst>
              </p14:cNvPr>
              <p14:cNvContentPartPr/>
              <p14:nvPr/>
            </p14:nvContentPartPr>
            <p14:xfrm>
              <a:off x="1676190" y="3429180"/>
              <a:ext cx="6360840" cy="14364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59343103-7CEA-4B7A-8F0A-F5C9165BD0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67190" y="3420180"/>
                <a:ext cx="637848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AD06AD8F-8E8D-4545-8D44-C0AF6EEF5DC9}"/>
                  </a:ext>
                </a:extLst>
              </p14:cNvPr>
              <p14:cNvContentPartPr/>
              <p14:nvPr/>
            </p14:nvContentPartPr>
            <p14:xfrm>
              <a:off x="3037350" y="5969700"/>
              <a:ext cx="632880" cy="259920"/>
            </p14:xfrm>
          </p:contentPart>
        </mc:Choice>
        <mc:Fallback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AD06AD8F-8E8D-4545-8D44-C0AF6EEF5D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28710" y="5961060"/>
                <a:ext cx="650520" cy="27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Групувати 40">
            <a:extLst>
              <a:ext uri="{FF2B5EF4-FFF2-40B4-BE49-F238E27FC236}">
                <a16:creationId xmlns:a16="http://schemas.microsoft.com/office/drawing/2014/main" id="{DDCF19F7-13AE-46F5-A244-CBE456A68D76}"/>
              </a:ext>
            </a:extLst>
          </p:cNvPr>
          <p:cNvGrpSpPr/>
          <p:nvPr/>
        </p:nvGrpSpPr>
        <p:grpSpPr>
          <a:xfrm>
            <a:off x="4047870" y="5467140"/>
            <a:ext cx="3975480" cy="934560"/>
            <a:chOff x="4047870" y="5467140"/>
            <a:chExt cx="3975480" cy="93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1" name="Рукописні дані 10">
                  <a:extLst>
                    <a:ext uri="{FF2B5EF4-FFF2-40B4-BE49-F238E27FC236}">
                      <a16:creationId xmlns:a16="http://schemas.microsoft.com/office/drawing/2014/main" id="{679D8870-E646-4DCD-8D87-68486BBD597C}"/>
                    </a:ext>
                  </a:extLst>
                </p14:cNvPr>
                <p14:cNvContentPartPr/>
                <p14:nvPr/>
              </p14:nvContentPartPr>
              <p14:xfrm>
                <a:off x="4190790" y="5852700"/>
                <a:ext cx="1504800" cy="416520"/>
              </p14:xfrm>
            </p:contentPart>
          </mc:Choice>
          <mc:Fallback>
            <p:pic>
              <p:nvPicPr>
                <p:cNvPr id="11" name="Рукописні дані 10">
                  <a:extLst>
                    <a:ext uri="{FF2B5EF4-FFF2-40B4-BE49-F238E27FC236}">
                      <a16:creationId xmlns:a16="http://schemas.microsoft.com/office/drawing/2014/main" id="{679D8870-E646-4DCD-8D87-68486BBD597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81790" y="5843700"/>
                  <a:ext cx="152244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Рукописні дані 11">
                  <a:extLst>
                    <a:ext uri="{FF2B5EF4-FFF2-40B4-BE49-F238E27FC236}">
                      <a16:creationId xmlns:a16="http://schemas.microsoft.com/office/drawing/2014/main" id="{D453C5A2-2759-4878-A64E-990AD6C3345F}"/>
                    </a:ext>
                  </a:extLst>
                </p14:cNvPr>
                <p14:cNvContentPartPr/>
                <p14:nvPr/>
              </p14:nvContentPartPr>
              <p14:xfrm>
                <a:off x="5600550" y="5467140"/>
                <a:ext cx="449640" cy="629640"/>
              </p14:xfrm>
            </p:contentPart>
          </mc:Choice>
          <mc:Fallback>
            <p:pic>
              <p:nvPicPr>
                <p:cNvPr id="12" name="Рукописні дані 11">
                  <a:extLst>
                    <a:ext uri="{FF2B5EF4-FFF2-40B4-BE49-F238E27FC236}">
                      <a16:creationId xmlns:a16="http://schemas.microsoft.com/office/drawing/2014/main" id="{D453C5A2-2759-4878-A64E-990AD6C334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91550" y="5458140"/>
                  <a:ext cx="4672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7550224-F0C3-44CB-A807-B967A4CD982E}"/>
                    </a:ext>
                  </a:extLst>
                </p14:cNvPr>
                <p14:cNvContentPartPr/>
                <p14:nvPr/>
              </p14:nvContentPartPr>
              <p14:xfrm>
                <a:off x="6067110" y="5522940"/>
                <a:ext cx="222480" cy="545400"/>
              </p14:xfrm>
            </p:contentPart>
          </mc:Choice>
          <mc:Fallback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7550224-F0C3-44CB-A807-B967A4CD982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58110" y="5514300"/>
                  <a:ext cx="24012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8F0CE770-6319-48B4-8AA7-280E27C0AA1A}"/>
                    </a:ext>
                  </a:extLst>
                </p14:cNvPr>
                <p14:cNvContentPartPr/>
                <p14:nvPr/>
              </p14:nvContentPartPr>
              <p14:xfrm>
                <a:off x="6009870" y="5876460"/>
                <a:ext cx="121680" cy="360"/>
              </p14:xfrm>
            </p:contentPart>
          </mc:Choice>
          <mc:Fallback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8F0CE770-6319-48B4-8AA7-280E27C0AA1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01230" y="5867820"/>
                  <a:ext cx="139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DC1B62FA-D66B-4976-9DDF-B6CF9CF74042}"/>
                    </a:ext>
                  </a:extLst>
                </p14:cNvPr>
                <p14:cNvContentPartPr/>
                <p14:nvPr/>
              </p14:nvContentPartPr>
              <p14:xfrm>
                <a:off x="6048390" y="5847300"/>
                <a:ext cx="189000" cy="21600"/>
              </p14:xfrm>
            </p:contentPart>
          </mc:Choice>
          <mc:Fallback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DC1B62FA-D66B-4976-9DDF-B6CF9CF7404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39390" y="5838660"/>
                  <a:ext cx="206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Рукописні дані 17">
                  <a:extLst>
                    <a:ext uri="{FF2B5EF4-FFF2-40B4-BE49-F238E27FC236}">
                      <a16:creationId xmlns:a16="http://schemas.microsoft.com/office/drawing/2014/main" id="{0A09E515-2C76-40A6-B707-990965312475}"/>
                    </a:ext>
                  </a:extLst>
                </p14:cNvPr>
                <p14:cNvContentPartPr/>
                <p14:nvPr/>
              </p14:nvContentPartPr>
              <p14:xfrm>
                <a:off x="6381750" y="5495940"/>
                <a:ext cx="124200" cy="378720"/>
              </p14:xfrm>
            </p:contentPart>
          </mc:Choice>
          <mc:Fallback>
            <p:pic>
              <p:nvPicPr>
                <p:cNvPr id="18" name="Рукописні дані 17">
                  <a:extLst>
                    <a:ext uri="{FF2B5EF4-FFF2-40B4-BE49-F238E27FC236}">
                      <a16:creationId xmlns:a16="http://schemas.microsoft.com/office/drawing/2014/main" id="{0A09E515-2C76-40A6-B707-99096531247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72750" y="5486940"/>
                  <a:ext cx="1418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Рукописні дані 18">
                  <a:extLst>
                    <a:ext uri="{FF2B5EF4-FFF2-40B4-BE49-F238E27FC236}">
                      <a16:creationId xmlns:a16="http://schemas.microsoft.com/office/drawing/2014/main" id="{16E57509-BCD2-4442-85F4-5FDF9974D565}"/>
                    </a:ext>
                  </a:extLst>
                </p14:cNvPr>
                <p14:cNvContentPartPr/>
                <p14:nvPr/>
              </p14:nvContentPartPr>
              <p14:xfrm>
                <a:off x="6604590" y="5562540"/>
                <a:ext cx="215280" cy="272160"/>
              </p14:xfrm>
            </p:contentPart>
          </mc:Choice>
          <mc:Fallback>
            <p:pic>
              <p:nvPicPr>
                <p:cNvPr id="19" name="Рукописні дані 18">
                  <a:extLst>
                    <a:ext uri="{FF2B5EF4-FFF2-40B4-BE49-F238E27FC236}">
                      <a16:creationId xmlns:a16="http://schemas.microsoft.com/office/drawing/2014/main" id="{16E57509-BCD2-4442-85F4-5FDF9974D56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95590" y="5553540"/>
                  <a:ext cx="2329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Рукописні дані 19">
                  <a:extLst>
                    <a:ext uri="{FF2B5EF4-FFF2-40B4-BE49-F238E27FC236}">
                      <a16:creationId xmlns:a16="http://schemas.microsoft.com/office/drawing/2014/main" id="{DBFBB673-C865-4A32-A987-0895C8E1DF81}"/>
                    </a:ext>
                  </a:extLst>
                </p14:cNvPr>
                <p14:cNvContentPartPr/>
                <p14:nvPr/>
              </p14:nvContentPartPr>
              <p14:xfrm>
                <a:off x="6476790" y="5876460"/>
                <a:ext cx="360" cy="253800"/>
              </p14:xfrm>
            </p:contentPart>
          </mc:Choice>
          <mc:Fallback>
            <p:pic>
              <p:nvPicPr>
                <p:cNvPr id="20" name="Рукописні дані 19">
                  <a:extLst>
                    <a:ext uri="{FF2B5EF4-FFF2-40B4-BE49-F238E27FC236}">
                      <a16:creationId xmlns:a16="http://schemas.microsoft.com/office/drawing/2014/main" id="{DBFBB673-C865-4A32-A987-0895C8E1DF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67790" y="5867820"/>
                  <a:ext cx="180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ABA4FCDC-B9A0-404D-8A02-482D57B25F02}"/>
                    </a:ext>
                  </a:extLst>
                </p14:cNvPr>
                <p14:cNvContentPartPr/>
                <p14:nvPr/>
              </p14:nvContentPartPr>
              <p14:xfrm>
                <a:off x="6666870" y="5962500"/>
                <a:ext cx="262440" cy="156600"/>
              </p14:xfrm>
            </p:contentPart>
          </mc:Choice>
          <mc:Fallback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ABA4FCDC-B9A0-404D-8A02-482D57B25F0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57870" y="5953860"/>
                  <a:ext cx="2800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B047B52A-866E-401B-B04E-35D9575E4E0E}"/>
                    </a:ext>
                  </a:extLst>
                </p14:cNvPr>
                <p14:cNvContentPartPr/>
                <p14:nvPr/>
              </p14:nvContentPartPr>
              <p14:xfrm>
                <a:off x="6619710" y="5915700"/>
                <a:ext cx="100800" cy="151920"/>
              </p14:xfrm>
            </p:contentPart>
          </mc:Choice>
          <mc:Fallback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B047B52A-866E-401B-B04E-35D9575E4E0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11070" y="5906700"/>
                  <a:ext cx="118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3" name="Рукописні дані 22">
                  <a:extLst>
                    <a:ext uri="{FF2B5EF4-FFF2-40B4-BE49-F238E27FC236}">
                      <a16:creationId xmlns:a16="http://schemas.microsoft.com/office/drawing/2014/main" id="{DA448050-5588-44A4-8E27-12C4C405B19D}"/>
                    </a:ext>
                  </a:extLst>
                </p14:cNvPr>
                <p14:cNvContentPartPr/>
                <p14:nvPr/>
              </p14:nvContentPartPr>
              <p14:xfrm>
                <a:off x="6629070" y="5864940"/>
                <a:ext cx="156240" cy="183600"/>
              </p14:xfrm>
            </p:contentPart>
          </mc:Choice>
          <mc:Fallback>
            <p:pic>
              <p:nvPicPr>
                <p:cNvPr id="23" name="Рукописні дані 22">
                  <a:extLst>
                    <a:ext uri="{FF2B5EF4-FFF2-40B4-BE49-F238E27FC236}">
                      <a16:creationId xmlns:a16="http://schemas.microsoft.com/office/drawing/2014/main" id="{DA448050-5588-44A4-8E27-12C4C405B19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20430" y="5855940"/>
                  <a:ext cx="1738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4" name="Рукописні дані 23">
                  <a:extLst>
                    <a:ext uri="{FF2B5EF4-FFF2-40B4-BE49-F238E27FC236}">
                      <a16:creationId xmlns:a16="http://schemas.microsoft.com/office/drawing/2014/main" id="{FEDD4B4A-DDB8-45D2-A7B8-160F68049847}"/>
                    </a:ext>
                  </a:extLst>
                </p14:cNvPr>
                <p14:cNvContentPartPr/>
                <p14:nvPr/>
              </p14:nvContentPartPr>
              <p14:xfrm>
                <a:off x="6927150" y="5816340"/>
                <a:ext cx="352800" cy="519480"/>
              </p14:xfrm>
            </p:contentPart>
          </mc:Choice>
          <mc:Fallback>
            <p:pic>
              <p:nvPicPr>
                <p:cNvPr id="24" name="Рукописні дані 23">
                  <a:extLst>
                    <a:ext uri="{FF2B5EF4-FFF2-40B4-BE49-F238E27FC236}">
                      <a16:creationId xmlns:a16="http://schemas.microsoft.com/office/drawing/2014/main" id="{FEDD4B4A-DDB8-45D2-A7B8-160F6804984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18150" y="5807700"/>
                  <a:ext cx="3704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Рукописні дані 24">
                  <a:extLst>
                    <a:ext uri="{FF2B5EF4-FFF2-40B4-BE49-F238E27FC236}">
                      <a16:creationId xmlns:a16="http://schemas.microsoft.com/office/drawing/2014/main" id="{7A873ABB-121E-4DD4-B40A-980C0C436488}"/>
                    </a:ext>
                  </a:extLst>
                </p14:cNvPr>
                <p14:cNvContentPartPr/>
                <p14:nvPr/>
              </p14:nvContentPartPr>
              <p14:xfrm>
                <a:off x="7343670" y="5780340"/>
                <a:ext cx="344880" cy="327960"/>
              </p14:xfrm>
            </p:contentPart>
          </mc:Choice>
          <mc:Fallback>
            <p:pic>
              <p:nvPicPr>
                <p:cNvPr id="25" name="Рукописні дані 24">
                  <a:extLst>
                    <a:ext uri="{FF2B5EF4-FFF2-40B4-BE49-F238E27FC236}">
                      <a16:creationId xmlns:a16="http://schemas.microsoft.com/office/drawing/2014/main" id="{7A873ABB-121E-4DD4-B40A-980C0C43648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35030" y="5771340"/>
                  <a:ext cx="3625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A1915F2A-F30B-410B-86D3-B09172D4A446}"/>
                    </a:ext>
                  </a:extLst>
                </p14:cNvPr>
                <p14:cNvContentPartPr/>
                <p14:nvPr/>
              </p14:nvContentPartPr>
              <p14:xfrm>
                <a:off x="7770990" y="5689260"/>
                <a:ext cx="194040" cy="342360"/>
              </p14:xfrm>
            </p:contentPart>
          </mc:Choice>
          <mc:Fallback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A1915F2A-F30B-410B-86D3-B09172D4A44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762350" y="5680620"/>
                  <a:ext cx="2116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7E9CEEDF-D794-4C62-9477-E74C1E5FF569}"/>
                    </a:ext>
                  </a:extLst>
                </p14:cNvPr>
                <p14:cNvContentPartPr/>
                <p14:nvPr/>
              </p14:nvContentPartPr>
              <p14:xfrm>
                <a:off x="7953150" y="5788980"/>
                <a:ext cx="45360" cy="107280"/>
              </p14:xfrm>
            </p:contentPart>
          </mc:Choice>
          <mc:Fallback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7E9CEEDF-D794-4C62-9477-E74C1E5FF5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44150" y="5779980"/>
                  <a:ext cx="63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Рукописні дані 28">
                  <a:extLst>
                    <a:ext uri="{FF2B5EF4-FFF2-40B4-BE49-F238E27FC236}">
                      <a16:creationId xmlns:a16="http://schemas.microsoft.com/office/drawing/2014/main" id="{7F2B6D48-C458-443E-A501-ABC5D69F0C43}"/>
                    </a:ext>
                  </a:extLst>
                </p14:cNvPr>
                <p14:cNvContentPartPr/>
                <p14:nvPr/>
              </p14:nvContentPartPr>
              <p14:xfrm>
                <a:off x="7962510" y="5751900"/>
                <a:ext cx="60840" cy="96840"/>
              </p14:xfrm>
            </p:contentPart>
          </mc:Choice>
          <mc:Fallback>
            <p:pic>
              <p:nvPicPr>
                <p:cNvPr id="29" name="Рукописні дані 28">
                  <a:extLst>
                    <a:ext uri="{FF2B5EF4-FFF2-40B4-BE49-F238E27FC236}">
                      <a16:creationId xmlns:a16="http://schemas.microsoft.com/office/drawing/2014/main" id="{7F2B6D48-C458-443E-A501-ABC5D69F0C4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53870" y="5742900"/>
                  <a:ext cx="78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AFEBB7DD-0B73-4A65-901F-DA31290CBF2C}"/>
                    </a:ext>
                  </a:extLst>
                </p14:cNvPr>
                <p14:cNvContentPartPr/>
                <p14:nvPr/>
              </p14:nvContentPartPr>
              <p14:xfrm>
                <a:off x="4047870" y="6313140"/>
                <a:ext cx="464760" cy="88560"/>
              </p14:xfrm>
            </p:contentPart>
          </mc:Choice>
          <mc:Fallback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AFEBB7DD-0B73-4A65-901F-DA31290CBF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39230" y="6304500"/>
                  <a:ext cx="482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0C0C3500-FD71-4C10-A689-EA9A38CD43D3}"/>
                    </a:ext>
                  </a:extLst>
                </p14:cNvPr>
                <p14:cNvContentPartPr/>
                <p14:nvPr/>
              </p14:nvContentPartPr>
              <p14:xfrm>
                <a:off x="5648070" y="6181740"/>
                <a:ext cx="378720" cy="77040"/>
              </p14:xfrm>
            </p:contentPart>
          </mc:Choice>
          <mc:Fallback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0C0C3500-FD71-4C10-A689-EA9A38CD43D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39430" y="6172740"/>
                  <a:ext cx="3963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56015460-173D-49F2-B0C9-15BF9D081664}"/>
                    </a:ext>
                  </a:extLst>
                </p14:cNvPr>
                <p14:cNvContentPartPr/>
                <p14:nvPr/>
              </p14:nvContentPartPr>
              <p14:xfrm>
                <a:off x="6381750" y="6146460"/>
                <a:ext cx="218160" cy="102240"/>
              </p14:xfrm>
            </p:contentPart>
          </mc:Choice>
          <mc:Fallback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56015460-173D-49F2-B0C9-15BF9D0816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2750" y="6137460"/>
                  <a:ext cx="2358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Рукописні дані 35">
                  <a:extLst>
                    <a:ext uri="{FF2B5EF4-FFF2-40B4-BE49-F238E27FC236}">
                      <a16:creationId xmlns:a16="http://schemas.microsoft.com/office/drawing/2014/main" id="{38E689A2-BB05-452E-8235-1CD1C1DD9363}"/>
                    </a:ext>
                  </a:extLst>
                </p14:cNvPr>
                <p14:cNvContentPartPr/>
                <p14:nvPr/>
              </p14:nvContentPartPr>
              <p14:xfrm>
                <a:off x="6486510" y="5876460"/>
                <a:ext cx="28440" cy="360"/>
              </p14:xfrm>
            </p:contentPart>
          </mc:Choice>
          <mc:Fallback>
            <p:pic>
              <p:nvPicPr>
                <p:cNvPr id="36" name="Рукописні дані 35">
                  <a:extLst>
                    <a:ext uri="{FF2B5EF4-FFF2-40B4-BE49-F238E27FC236}">
                      <a16:creationId xmlns:a16="http://schemas.microsoft.com/office/drawing/2014/main" id="{38E689A2-BB05-452E-8235-1CD1C1DD936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77870" y="5867820"/>
                  <a:ext cx="46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8" name="Рукописні дані 37">
                  <a:extLst>
                    <a:ext uri="{FF2B5EF4-FFF2-40B4-BE49-F238E27FC236}">
                      <a16:creationId xmlns:a16="http://schemas.microsoft.com/office/drawing/2014/main" id="{CF090C56-D70A-41A0-A442-5FBFF2D1CB25}"/>
                    </a:ext>
                  </a:extLst>
                </p14:cNvPr>
                <p14:cNvContentPartPr/>
                <p14:nvPr/>
              </p14:nvContentPartPr>
              <p14:xfrm>
                <a:off x="6451230" y="5819580"/>
                <a:ext cx="130680" cy="15480"/>
              </p14:xfrm>
            </p:contentPart>
          </mc:Choice>
          <mc:Fallback>
            <p:pic>
              <p:nvPicPr>
                <p:cNvPr id="38" name="Рукописні дані 37">
                  <a:extLst>
                    <a:ext uri="{FF2B5EF4-FFF2-40B4-BE49-F238E27FC236}">
                      <a16:creationId xmlns:a16="http://schemas.microsoft.com/office/drawing/2014/main" id="{CF090C56-D70A-41A0-A442-5FBFF2D1CB2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42590" y="5810580"/>
                  <a:ext cx="1483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0" name="Рукописні дані 39">
                  <a:extLst>
                    <a:ext uri="{FF2B5EF4-FFF2-40B4-BE49-F238E27FC236}">
                      <a16:creationId xmlns:a16="http://schemas.microsoft.com/office/drawing/2014/main" id="{B82B6F50-E3CF-46B2-AE19-EC9EE2D6B795}"/>
                    </a:ext>
                  </a:extLst>
                </p14:cNvPr>
                <p14:cNvContentPartPr/>
                <p14:nvPr/>
              </p14:nvContentPartPr>
              <p14:xfrm>
                <a:off x="5664270" y="6180660"/>
                <a:ext cx="317880" cy="154080"/>
              </p14:xfrm>
            </p:contentPart>
          </mc:Choice>
          <mc:Fallback>
            <p:pic>
              <p:nvPicPr>
                <p:cNvPr id="40" name="Рукописні дані 39">
                  <a:extLst>
                    <a:ext uri="{FF2B5EF4-FFF2-40B4-BE49-F238E27FC236}">
                      <a16:creationId xmlns:a16="http://schemas.microsoft.com/office/drawing/2014/main" id="{B82B6F50-E3CF-46B2-AE19-EC9EE2D6B7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55630" y="6172020"/>
                  <a:ext cx="33552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Групувати 45">
            <a:extLst>
              <a:ext uri="{FF2B5EF4-FFF2-40B4-BE49-F238E27FC236}">
                <a16:creationId xmlns:a16="http://schemas.microsoft.com/office/drawing/2014/main" id="{708E3EA7-93F9-43A8-AFB7-501ACDABDE71}"/>
              </a:ext>
            </a:extLst>
          </p:cNvPr>
          <p:cNvGrpSpPr/>
          <p:nvPr/>
        </p:nvGrpSpPr>
        <p:grpSpPr>
          <a:xfrm>
            <a:off x="2724150" y="5647860"/>
            <a:ext cx="1184040" cy="623160"/>
            <a:chOff x="2724150" y="5647860"/>
            <a:chExt cx="1184040" cy="62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B6C2E2ED-9F56-4861-97C6-222E82AA77CB}"/>
                    </a:ext>
                  </a:extLst>
                </p14:cNvPr>
                <p14:cNvContentPartPr/>
                <p14:nvPr/>
              </p14:nvContentPartPr>
              <p14:xfrm>
                <a:off x="2886150" y="6224940"/>
                <a:ext cx="155880" cy="23760"/>
              </p14:xfrm>
            </p:contentPart>
          </mc:Choice>
          <mc:Fallback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B6C2E2ED-9F56-4861-97C6-222E82AA77C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77150" y="6216300"/>
                  <a:ext cx="1735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" name="Рукописні дані 4">
                  <a:extLst>
                    <a:ext uri="{FF2B5EF4-FFF2-40B4-BE49-F238E27FC236}">
                      <a16:creationId xmlns:a16="http://schemas.microsoft.com/office/drawing/2014/main" id="{1D517A6B-A461-45BB-8A69-216C11780005}"/>
                    </a:ext>
                  </a:extLst>
                </p14:cNvPr>
                <p14:cNvContentPartPr/>
                <p14:nvPr/>
              </p14:nvContentPartPr>
              <p14:xfrm>
                <a:off x="2904870" y="6221700"/>
                <a:ext cx="124920" cy="9360"/>
              </p14:xfrm>
            </p:contentPart>
          </mc:Choice>
          <mc:Fallback>
            <p:pic>
              <p:nvPicPr>
                <p:cNvPr id="5" name="Рукописні дані 4">
                  <a:extLst>
                    <a:ext uri="{FF2B5EF4-FFF2-40B4-BE49-F238E27FC236}">
                      <a16:creationId xmlns:a16="http://schemas.microsoft.com/office/drawing/2014/main" id="{1D517A6B-A461-45BB-8A69-216C1178000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96230" y="6212700"/>
                  <a:ext cx="1425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2" name="Рукописні дані 41">
                  <a:extLst>
                    <a:ext uri="{FF2B5EF4-FFF2-40B4-BE49-F238E27FC236}">
                      <a16:creationId xmlns:a16="http://schemas.microsoft.com/office/drawing/2014/main" id="{96B043AE-A055-416C-A6C9-59E42FD6571F}"/>
                    </a:ext>
                  </a:extLst>
                </p14:cNvPr>
                <p14:cNvContentPartPr/>
                <p14:nvPr/>
              </p14:nvContentPartPr>
              <p14:xfrm>
                <a:off x="2724150" y="5886540"/>
                <a:ext cx="218880" cy="353160"/>
              </p14:xfrm>
            </p:contentPart>
          </mc:Choice>
          <mc:Fallback>
            <p:pic>
              <p:nvPicPr>
                <p:cNvPr id="42" name="Рукописні дані 41">
                  <a:extLst>
                    <a:ext uri="{FF2B5EF4-FFF2-40B4-BE49-F238E27FC236}">
                      <a16:creationId xmlns:a16="http://schemas.microsoft.com/office/drawing/2014/main" id="{96B043AE-A055-416C-A6C9-59E42FD6571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15150" y="5877540"/>
                  <a:ext cx="23652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Рукописні дані 42">
                  <a:extLst>
                    <a:ext uri="{FF2B5EF4-FFF2-40B4-BE49-F238E27FC236}">
                      <a16:creationId xmlns:a16="http://schemas.microsoft.com/office/drawing/2014/main" id="{2A63C681-5361-4DD5-B6D7-604BDE7883BE}"/>
                    </a:ext>
                  </a:extLst>
                </p14:cNvPr>
                <p14:cNvContentPartPr/>
                <p14:nvPr/>
              </p14:nvContentPartPr>
              <p14:xfrm>
                <a:off x="2819190" y="5647860"/>
                <a:ext cx="360" cy="30960"/>
              </p14:xfrm>
            </p:contentPart>
          </mc:Choice>
          <mc:Fallback>
            <p:pic>
              <p:nvPicPr>
                <p:cNvPr id="43" name="Рукописні дані 42">
                  <a:extLst>
                    <a:ext uri="{FF2B5EF4-FFF2-40B4-BE49-F238E27FC236}">
                      <a16:creationId xmlns:a16="http://schemas.microsoft.com/office/drawing/2014/main" id="{2A63C681-5361-4DD5-B6D7-604BDE7883B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10190" y="5639220"/>
                  <a:ext cx="180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Рукописні дані 43">
                  <a:extLst>
                    <a:ext uri="{FF2B5EF4-FFF2-40B4-BE49-F238E27FC236}">
                      <a16:creationId xmlns:a16="http://schemas.microsoft.com/office/drawing/2014/main" id="{DBF27B31-2113-417D-83FA-AEB72BFCBA80}"/>
                    </a:ext>
                  </a:extLst>
                </p14:cNvPr>
                <p14:cNvContentPartPr/>
                <p14:nvPr/>
              </p14:nvContentPartPr>
              <p14:xfrm>
                <a:off x="3200070" y="5894460"/>
                <a:ext cx="373320" cy="376560"/>
              </p14:xfrm>
            </p:contentPart>
          </mc:Choice>
          <mc:Fallback>
            <p:pic>
              <p:nvPicPr>
                <p:cNvPr id="44" name="Рукописні дані 43">
                  <a:extLst>
                    <a:ext uri="{FF2B5EF4-FFF2-40B4-BE49-F238E27FC236}">
                      <a16:creationId xmlns:a16="http://schemas.microsoft.com/office/drawing/2014/main" id="{DBF27B31-2113-417D-83FA-AEB72BFCBA8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91430" y="5885460"/>
                  <a:ext cx="39096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Рукописні дані 44">
                  <a:extLst>
                    <a:ext uri="{FF2B5EF4-FFF2-40B4-BE49-F238E27FC236}">
                      <a16:creationId xmlns:a16="http://schemas.microsoft.com/office/drawing/2014/main" id="{4121FB35-44B7-4091-9B28-5EC174C855D3}"/>
                    </a:ext>
                  </a:extLst>
                </p14:cNvPr>
                <p14:cNvContentPartPr/>
                <p14:nvPr/>
              </p14:nvContentPartPr>
              <p14:xfrm>
                <a:off x="3587070" y="5667300"/>
                <a:ext cx="321120" cy="489240"/>
              </p14:xfrm>
            </p:contentPart>
          </mc:Choice>
          <mc:Fallback>
            <p:pic>
              <p:nvPicPr>
                <p:cNvPr id="45" name="Рукописні дані 44">
                  <a:extLst>
                    <a:ext uri="{FF2B5EF4-FFF2-40B4-BE49-F238E27FC236}">
                      <a16:creationId xmlns:a16="http://schemas.microsoft.com/office/drawing/2014/main" id="{4121FB35-44B7-4091-9B28-5EC174C855D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78070" y="5658660"/>
                  <a:ext cx="338760" cy="50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Групувати 53">
            <a:extLst>
              <a:ext uri="{FF2B5EF4-FFF2-40B4-BE49-F238E27FC236}">
                <a16:creationId xmlns:a16="http://schemas.microsoft.com/office/drawing/2014/main" id="{CA39A3D8-DCB3-4DD0-B17A-8733EF580ACE}"/>
              </a:ext>
            </a:extLst>
          </p:cNvPr>
          <p:cNvGrpSpPr/>
          <p:nvPr/>
        </p:nvGrpSpPr>
        <p:grpSpPr>
          <a:xfrm>
            <a:off x="8353110" y="5838660"/>
            <a:ext cx="424800" cy="114840"/>
            <a:chOff x="8353110" y="5838660"/>
            <a:chExt cx="424800" cy="11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7" name="Рукописні дані 46">
                  <a:extLst>
                    <a:ext uri="{FF2B5EF4-FFF2-40B4-BE49-F238E27FC236}">
                      <a16:creationId xmlns:a16="http://schemas.microsoft.com/office/drawing/2014/main" id="{209B24BD-E34E-4C65-87C7-CCEE7C4BD05E}"/>
                    </a:ext>
                  </a:extLst>
                </p14:cNvPr>
                <p14:cNvContentPartPr/>
                <p14:nvPr/>
              </p14:nvContentPartPr>
              <p14:xfrm>
                <a:off x="8353110" y="5838660"/>
                <a:ext cx="255960" cy="360"/>
              </p14:xfrm>
            </p:contentPart>
          </mc:Choice>
          <mc:Fallback>
            <p:pic>
              <p:nvPicPr>
                <p:cNvPr id="47" name="Рукописні дані 46">
                  <a:extLst>
                    <a:ext uri="{FF2B5EF4-FFF2-40B4-BE49-F238E27FC236}">
                      <a16:creationId xmlns:a16="http://schemas.microsoft.com/office/drawing/2014/main" id="{209B24BD-E34E-4C65-87C7-CCEE7C4BD0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344470" y="5830020"/>
                  <a:ext cx="273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8" name="Рукописні дані 47">
                  <a:extLst>
                    <a:ext uri="{FF2B5EF4-FFF2-40B4-BE49-F238E27FC236}">
                      <a16:creationId xmlns:a16="http://schemas.microsoft.com/office/drawing/2014/main" id="{71771BF4-5E07-42B2-8086-E860DA3E4D5D}"/>
                    </a:ext>
                  </a:extLst>
                </p14:cNvPr>
                <p14:cNvContentPartPr/>
                <p14:nvPr/>
              </p14:nvContentPartPr>
              <p14:xfrm>
                <a:off x="8391270" y="5953140"/>
                <a:ext cx="386640" cy="360"/>
              </p14:xfrm>
            </p:contentPart>
          </mc:Choice>
          <mc:Fallback>
            <p:pic>
              <p:nvPicPr>
                <p:cNvPr id="48" name="Рукописні дані 47">
                  <a:extLst>
                    <a:ext uri="{FF2B5EF4-FFF2-40B4-BE49-F238E27FC236}">
                      <a16:creationId xmlns:a16="http://schemas.microsoft.com/office/drawing/2014/main" id="{71771BF4-5E07-42B2-8086-E860DA3E4D5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82630" y="5944140"/>
                  <a:ext cx="40428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Групувати 52">
            <a:extLst>
              <a:ext uri="{FF2B5EF4-FFF2-40B4-BE49-F238E27FC236}">
                <a16:creationId xmlns:a16="http://schemas.microsoft.com/office/drawing/2014/main" id="{22D1D23C-CAD8-4052-851B-1BE5CDB2C51F}"/>
              </a:ext>
            </a:extLst>
          </p:cNvPr>
          <p:cNvGrpSpPr/>
          <p:nvPr/>
        </p:nvGrpSpPr>
        <p:grpSpPr>
          <a:xfrm>
            <a:off x="9211710" y="5599620"/>
            <a:ext cx="637200" cy="778320"/>
            <a:chOff x="9211710" y="5599620"/>
            <a:chExt cx="637200" cy="77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Рукописні дані 48">
                  <a:extLst>
                    <a:ext uri="{FF2B5EF4-FFF2-40B4-BE49-F238E27FC236}">
                      <a16:creationId xmlns:a16="http://schemas.microsoft.com/office/drawing/2014/main" id="{719221D7-EF5D-40B7-A1AD-43DC226C81AF}"/>
                    </a:ext>
                  </a:extLst>
                </p14:cNvPr>
                <p14:cNvContentPartPr/>
                <p14:nvPr/>
              </p14:nvContentPartPr>
              <p14:xfrm>
                <a:off x="9211710" y="5667300"/>
                <a:ext cx="338040" cy="389520"/>
              </p14:xfrm>
            </p:contentPart>
          </mc:Choice>
          <mc:Fallback>
            <p:pic>
              <p:nvPicPr>
                <p:cNvPr id="49" name="Рукописні дані 48">
                  <a:extLst>
                    <a:ext uri="{FF2B5EF4-FFF2-40B4-BE49-F238E27FC236}">
                      <a16:creationId xmlns:a16="http://schemas.microsoft.com/office/drawing/2014/main" id="{719221D7-EF5D-40B7-A1AD-43DC226C81A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03070" y="5658660"/>
                  <a:ext cx="3556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Рукописні дані 49">
                  <a:extLst>
                    <a:ext uri="{FF2B5EF4-FFF2-40B4-BE49-F238E27FC236}">
                      <a16:creationId xmlns:a16="http://schemas.microsoft.com/office/drawing/2014/main" id="{25218A9B-F960-4F41-BAF5-D9E2AE3651B0}"/>
                    </a:ext>
                  </a:extLst>
                </p14:cNvPr>
                <p14:cNvContentPartPr/>
                <p14:nvPr/>
              </p14:nvContentPartPr>
              <p14:xfrm>
                <a:off x="9219990" y="5599620"/>
                <a:ext cx="470520" cy="10800"/>
              </p14:xfrm>
            </p:contentPart>
          </mc:Choice>
          <mc:Fallback>
            <p:pic>
              <p:nvPicPr>
                <p:cNvPr id="50" name="Рукописні дані 49">
                  <a:extLst>
                    <a:ext uri="{FF2B5EF4-FFF2-40B4-BE49-F238E27FC236}">
                      <a16:creationId xmlns:a16="http://schemas.microsoft.com/office/drawing/2014/main" id="{25218A9B-F960-4F41-BAF5-D9E2AE3651B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10990" y="5590980"/>
                  <a:ext cx="488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Рукописні дані 50">
                  <a:extLst>
                    <a:ext uri="{FF2B5EF4-FFF2-40B4-BE49-F238E27FC236}">
                      <a16:creationId xmlns:a16="http://schemas.microsoft.com/office/drawing/2014/main" id="{BE8E9E83-D1C2-4EB2-997B-7CCCDCBC7231}"/>
                    </a:ext>
                  </a:extLst>
                </p14:cNvPr>
                <p14:cNvContentPartPr/>
                <p14:nvPr/>
              </p14:nvContentPartPr>
              <p14:xfrm>
                <a:off x="9848550" y="5686380"/>
                <a:ext cx="360" cy="11880"/>
              </p14:xfrm>
            </p:contentPart>
          </mc:Choice>
          <mc:Fallback>
            <p:pic>
              <p:nvPicPr>
                <p:cNvPr id="51" name="Рукописні дані 50">
                  <a:extLst>
                    <a:ext uri="{FF2B5EF4-FFF2-40B4-BE49-F238E27FC236}">
                      <a16:creationId xmlns:a16="http://schemas.microsoft.com/office/drawing/2014/main" id="{BE8E9E83-D1C2-4EB2-997B-7CCCDCBC723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39550" y="5677380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Рукописні дані 51">
                  <a:extLst>
                    <a:ext uri="{FF2B5EF4-FFF2-40B4-BE49-F238E27FC236}">
                      <a16:creationId xmlns:a16="http://schemas.microsoft.com/office/drawing/2014/main" id="{7E8897AC-65DA-4593-93F0-3DD66AC72415}"/>
                    </a:ext>
                  </a:extLst>
                </p14:cNvPr>
                <p14:cNvContentPartPr/>
                <p14:nvPr/>
              </p14:nvContentPartPr>
              <p14:xfrm>
                <a:off x="9634350" y="6000660"/>
                <a:ext cx="167040" cy="377280"/>
              </p14:xfrm>
            </p:contentPart>
          </mc:Choice>
          <mc:Fallback>
            <p:pic>
              <p:nvPicPr>
                <p:cNvPr id="52" name="Рукописні дані 51">
                  <a:extLst>
                    <a:ext uri="{FF2B5EF4-FFF2-40B4-BE49-F238E27FC236}">
                      <a16:creationId xmlns:a16="http://schemas.microsoft.com/office/drawing/2014/main" id="{7E8897AC-65DA-4593-93F0-3DD66AC724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25710" y="5992020"/>
                  <a:ext cx="184680" cy="394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98446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6" y="1759140"/>
            <a:ext cx="11454581" cy="3841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>
                <a:solidFill>
                  <a:srgbClr val="000000"/>
                </a:solidFill>
                <a:latin typeface="+mn-lt"/>
              </a:rPr>
              <a:t>     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Наприклад, визначимо найпростішу змінну: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В даному випадку визначено змінну name, яка має тип </a:t>
            </a:r>
            <a:r>
              <a:rPr kumimoji="0" lang="uk-UA" altLang="uk-UA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тобто змінна представляє рядок. Оскільки визначення змінної є інструкцією, то після нього ставиться крапка з комою.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При цьому слід враховувати, що C# є регістрозалежною мовою, тому наступні два визначення змінних будуть представляти дві різні змінні: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137CF2-74BA-44EA-BCB1-C091622A80B3}"/>
              </a:ext>
            </a:extLst>
          </p:cNvPr>
          <p:cNvSpPr txBox="1"/>
          <p:nvPr/>
        </p:nvSpPr>
        <p:spPr>
          <a:xfrm>
            <a:off x="629265" y="20989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578679-E8CB-4826-B6B7-9D82AB546F9A}"/>
              </a:ext>
            </a:extLst>
          </p:cNvPr>
          <p:cNvSpPr txBox="1"/>
          <p:nvPr/>
        </p:nvSpPr>
        <p:spPr>
          <a:xfrm>
            <a:off x="629265" y="49538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AF4D040F-EE79-46AA-B032-E261691069DF}"/>
              </a:ext>
            </a:extLst>
          </p:cNvPr>
          <p:cNvGrpSpPr/>
          <p:nvPr/>
        </p:nvGrpSpPr>
        <p:grpSpPr>
          <a:xfrm>
            <a:off x="704550" y="2151540"/>
            <a:ext cx="1822680" cy="268920"/>
            <a:chOff x="704550" y="2151540"/>
            <a:chExt cx="182268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Рукописні дані 2">
                  <a:extLst>
                    <a:ext uri="{FF2B5EF4-FFF2-40B4-BE49-F238E27FC236}">
                      <a16:creationId xmlns:a16="http://schemas.microsoft.com/office/drawing/2014/main" id="{6399BE15-489A-4FFA-A72E-838F26E1B893}"/>
                    </a:ext>
                  </a:extLst>
                </p14:cNvPr>
                <p14:cNvContentPartPr/>
                <p14:nvPr/>
              </p14:nvContentPartPr>
              <p14:xfrm>
                <a:off x="704550" y="2400300"/>
                <a:ext cx="881280" cy="20160"/>
              </p14:xfrm>
            </p:contentPart>
          </mc:Choice>
          <mc:Fallback>
            <p:pic>
              <p:nvPicPr>
                <p:cNvPr id="3" name="Рукописні дані 2">
                  <a:extLst>
                    <a:ext uri="{FF2B5EF4-FFF2-40B4-BE49-F238E27FC236}">
                      <a16:creationId xmlns:a16="http://schemas.microsoft.com/office/drawing/2014/main" id="{6399BE15-489A-4FFA-A72E-838F26E1B89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5550" y="2391660"/>
                  <a:ext cx="898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40F3ABB8-EC62-4CE2-9012-182D2AB4A452}"/>
                    </a:ext>
                  </a:extLst>
                </p14:cNvPr>
                <p14:cNvContentPartPr/>
                <p14:nvPr/>
              </p14:nvContentPartPr>
              <p14:xfrm>
                <a:off x="1752510" y="2406060"/>
                <a:ext cx="385560" cy="3960"/>
              </p14:xfrm>
            </p:contentPart>
          </mc:Choice>
          <mc:Fallback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40F3ABB8-EC62-4CE2-9012-182D2AB4A45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43870" y="2397060"/>
                  <a:ext cx="403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Рукописні дані 4">
                  <a:extLst>
                    <a:ext uri="{FF2B5EF4-FFF2-40B4-BE49-F238E27FC236}">
                      <a16:creationId xmlns:a16="http://schemas.microsoft.com/office/drawing/2014/main" id="{BCF1BF96-9A23-47B7-BEC8-B8665BD03797}"/>
                    </a:ext>
                  </a:extLst>
                </p14:cNvPr>
                <p14:cNvContentPartPr/>
                <p14:nvPr/>
              </p14:nvContentPartPr>
              <p14:xfrm>
                <a:off x="2207550" y="2151540"/>
                <a:ext cx="319680" cy="239400"/>
              </p14:xfrm>
            </p:contentPart>
          </mc:Choice>
          <mc:Fallback>
            <p:pic>
              <p:nvPicPr>
                <p:cNvPr id="5" name="Рукописні дані 4">
                  <a:extLst>
                    <a:ext uri="{FF2B5EF4-FFF2-40B4-BE49-F238E27FC236}">
                      <a16:creationId xmlns:a16="http://schemas.microsoft.com/office/drawing/2014/main" id="{BCF1BF96-9A23-47B7-BEC8-B8665BD0379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98910" y="2142540"/>
                  <a:ext cx="337320" cy="25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66D5C189-3C0C-48EE-9A33-4ABFB1E419CE}"/>
                  </a:ext>
                </a:extLst>
              </p14:cNvPr>
              <p14:cNvContentPartPr/>
              <p14:nvPr/>
            </p14:nvContentPartPr>
            <p14:xfrm>
              <a:off x="542910" y="4752540"/>
              <a:ext cx="2055960" cy="934920"/>
            </p14:xfrm>
          </p:contentPart>
        </mc:Choice>
        <mc:Fallback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66D5C189-3C0C-48EE-9A33-4ABFB1E419C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4270" y="4743540"/>
                <a:ext cx="2073600" cy="9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Групувати 32">
            <a:extLst>
              <a:ext uri="{FF2B5EF4-FFF2-40B4-BE49-F238E27FC236}">
                <a16:creationId xmlns:a16="http://schemas.microsoft.com/office/drawing/2014/main" id="{657FCBD5-DD7A-4E6C-9FC7-9F9E1968DAA1}"/>
              </a:ext>
            </a:extLst>
          </p:cNvPr>
          <p:cNvGrpSpPr/>
          <p:nvPr/>
        </p:nvGrpSpPr>
        <p:grpSpPr>
          <a:xfrm>
            <a:off x="1685910" y="4895460"/>
            <a:ext cx="3177360" cy="892080"/>
            <a:chOff x="1685910" y="4895460"/>
            <a:chExt cx="3177360" cy="89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Рукописні дані 9">
                  <a:extLst>
                    <a:ext uri="{FF2B5EF4-FFF2-40B4-BE49-F238E27FC236}">
                      <a16:creationId xmlns:a16="http://schemas.microsoft.com/office/drawing/2014/main" id="{7C6C89D1-3DCC-400D-87E5-05D1118460DA}"/>
                    </a:ext>
                  </a:extLst>
                </p14:cNvPr>
                <p14:cNvContentPartPr/>
                <p14:nvPr/>
              </p14:nvContentPartPr>
              <p14:xfrm>
                <a:off x="1685910" y="5199300"/>
                <a:ext cx="595440" cy="11160"/>
              </p14:xfrm>
            </p:contentPart>
          </mc:Choice>
          <mc:Fallback>
            <p:pic>
              <p:nvPicPr>
                <p:cNvPr id="10" name="Рукописні дані 9">
                  <a:extLst>
                    <a:ext uri="{FF2B5EF4-FFF2-40B4-BE49-F238E27FC236}">
                      <a16:creationId xmlns:a16="http://schemas.microsoft.com/office/drawing/2014/main" id="{7C6C89D1-3DCC-400D-87E5-05D1118460D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77270" y="5190300"/>
                  <a:ext cx="613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2" name="Рукописні дані 11">
                  <a:extLst>
                    <a:ext uri="{FF2B5EF4-FFF2-40B4-BE49-F238E27FC236}">
                      <a16:creationId xmlns:a16="http://schemas.microsoft.com/office/drawing/2014/main" id="{24F93178-26D6-4617-9091-7F06538429EC}"/>
                    </a:ext>
                  </a:extLst>
                </p14:cNvPr>
                <p14:cNvContentPartPr/>
                <p14:nvPr/>
              </p14:nvContentPartPr>
              <p14:xfrm>
                <a:off x="1733070" y="5514660"/>
                <a:ext cx="764280" cy="115920"/>
              </p14:xfrm>
            </p:contentPart>
          </mc:Choice>
          <mc:Fallback>
            <p:pic>
              <p:nvPicPr>
                <p:cNvPr id="12" name="Рукописні дані 11">
                  <a:extLst>
                    <a:ext uri="{FF2B5EF4-FFF2-40B4-BE49-F238E27FC236}">
                      <a16:creationId xmlns:a16="http://schemas.microsoft.com/office/drawing/2014/main" id="{24F93178-26D6-4617-9091-7F06538429E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24430" y="5506020"/>
                  <a:ext cx="781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7F9D964-8A4F-4185-AEE6-C7DE309235F7}"/>
                    </a:ext>
                  </a:extLst>
                </p14:cNvPr>
                <p14:cNvContentPartPr/>
                <p14:nvPr/>
              </p14:nvContentPartPr>
              <p14:xfrm>
                <a:off x="2533350" y="5152140"/>
                <a:ext cx="228240" cy="10800"/>
              </p14:xfrm>
            </p:contentPart>
          </mc:Choice>
          <mc:Fallback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7F9D964-8A4F-4185-AEE6-C7DE309235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24350" y="5143500"/>
                  <a:ext cx="245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BC99C8DB-FD26-4170-8764-49D05C6C4D8F}"/>
                    </a:ext>
                  </a:extLst>
                </p14:cNvPr>
                <p14:cNvContentPartPr/>
                <p14:nvPr/>
              </p14:nvContentPartPr>
              <p14:xfrm>
                <a:off x="2600310" y="5257980"/>
                <a:ext cx="222840" cy="360"/>
              </p14:xfrm>
            </p:contentPart>
          </mc:Choice>
          <mc:Fallback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BC99C8DB-FD26-4170-8764-49D05C6C4D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91670" y="5248980"/>
                  <a:ext cx="2404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76E68CCC-F6AF-426D-B8BD-02854DE14E4E}"/>
                    </a:ext>
                  </a:extLst>
                </p14:cNvPr>
                <p14:cNvContentPartPr/>
                <p14:nvPr/>
              </p14:nvContentPartPr>
              <p14:xfrm>
                <a:off x="3060030" y="4962060"/>
                <a:ext cx="121680" cy="187560"/>
              </p14:xfrm>
            </p:contentPart>
          </mc:Choice>
          <mc:Fallback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76E68CCC-F6AF-426D-B8BD-02854DE14E4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51030" y="4953420"/>
                  <a:ext cx="139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Рукописні дані 16">
                  <a:extLst>
                    <a:ext uri="{FF2B5EF4-FFF2-40B4-BE49-F238E27FC236}">
                      <a16:creationId xmlns:a16="http://schemas.microsoft.com/office/drawing/2014/main" id="{AA848621-C7CE-4D82-A075-8ABECC11F055}"/>
                    </a:ext>
                  </a:extLst>
                </p14:cNvPr>
                <p14:cNvContentPartPr/>
                <p14:nvPr/>
              </p14:nvContentPartPr>
              <p14:xfrm>
                <a:off x="3130230" y="5114700"/>
                <a:ext cx="60840" cy="88920"/>
              </p14:xfrm>
            </p:contentPart>
          </mc:Choice>
          <mc:Fallback>
            <p:pic>
              <p:nvPicPr>
                <p:cNvPr id="17" name="Рукописні дані 16">
                  <a:extLst>
                    <a:ext uri="{FF2B5EF4-FFF2-40B4-BE49-F238E27FC236}">
                      <a16:creationId xmlns:a16="http://schemas.microsoft.com/office/drawing/2014/main" id="{AA848621-C7CE-4D82-A075-8ABECC11F0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21590" y="5106060"/>
                  <a:ext cx="78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Рукописні дані 17">
                  <a:extLst>
                    <a:ext uri="{FF2B5EF4-FFF2-40B4-BE49-F238E27FC236}">
                      <a16:creationId xmlns:a16="http://schemas.microsoft.com/office/drawing/2014/main" id="{1887D3BF-EED2-4259-BC0F-F7817AFE4864}"/>
                    </a:ext>
                  </a:extLst>
                </p14:cNvPr>
                <p14:cNvContentPartPr/>
                <p14:nvPr/>
              </p14:nvContentPartPr>
              <p14:xfrm>
                <a:off x="3076590" y="5067180"/>
                <a:ext cx="78120" cy="20520"/>
              </p14:xfrm>
            </p:contentPart>
          </mc:Choice>
          <mc:Fallback>
            <p:pic>
              <p:nvPicPr>
                <p:cNvPr id="18" name="Рукописні дані 17">
                  <a:extLst>
                    <a:ext uri="{FF2B5EF4-FFF2-40B4-BE49-F238E27FC236}">
                      <a16:creationId xmlns:a16="http://schemas.microsoft.com/office/drawing/2014/main" id="{1887D3BF-EED2-4259-BC0F-F7817AFE486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7590" y="5058180"/>
                  <a:ext cx="95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Рукописні дані 18">
                  <a:extLst>
                    <a:ext uri="{FF2B5EF4-FFF2-40B4-BE49-F238E27FC236}">
                      <a16:creationId xmlns:a16="http://schemas.microsoft.com/office/drawing/2014/main" id="{448EAC67-93CE-4E6E-A6F8-E7402021F4DF}"/>
                    </a:ext>
                  </a:extLst>
                </p14:cNvPr>
                <p14:cNvContentPartPr/>
                <p14:nvPr/>
              </p14:nvContentPartPr>
              <p14:xfrm>
                <a:off x="3244710" y="4934340"/>
                <a:ext cx="422640" cy="316080"/>
              </p14:xfrm>
            </p:contentPart>
          </mc:Choice>
          <mc:Fallback>
            <p:pic>
              <p:nvPicPr>
                <p:cNvPr id="19" name="Рукописні дані 18">
                  <a:extLst>
                    <a:ext uri="{FF2B5EF4-FFF2-40B4-BE49-F238E27FC236}">
                      <a16:creationId xmlns:a16="http://schemas.microsoft.com/office/drawing/2014/main" id="{448EAC67-93CE-4E6E-A6F8-E7402021F4D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6070" y="4925340"/>
                  <a:ext cx="4402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Рукописні дані 19">
                  <a:extLst>
                    <a:ext uri="{FF2B5EF4-FFF2-40B4-BE49-F238E27FC236}">
                      <a16:creationId xmlns:a16="http://schemas.microsoft.com/office/drawing/2014/main" id="{657D6330-2CC3-4B99-A737-02AB434DEF4A}"/>
                    </a:ext>
                  </a:extLst>
                </p14:cNvPr>
                <p14:cNvContentPartPr/>
                <p14:nvPr/>
              </p14:nvContentPartPr>
              <p14:xfrm>
                <a:off x="3718470" y="5009940"/>
                <a:ext cx="151560" cy="131040"/>
              </p14:xfrm>
            </p:contentPart>
          </mc:Choice>
          <mc:Fallback>
            <p:pic>
              <p:nvPicPr>
                <p:cNvPr id="20" name="Рукописні дані 19">
                  <a:extLst>
                    <a:ext uri="{FF2B5EF4-FFF2-40B4-BE49-F238E27FC236}">
                      <a16:creationId xmlns:a16="http://schemas.microsoft.com/office/drawing/2014/main" id="{657D6330-2CC3-4B99-A737-02AB434DEF4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09830" y="5000940"/>
                  <a:ext cx="1692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0BD0E684-1C64-48E7-8F40-EEFC9F229833}"/>
                    </a:ext>
                  </a:extLst>
                </p14:cNvPr>
                <p14:cNvContentPartPr/>
                <p14:nvPr/>
              </p14:nvContentPartPr>
              <p14:xfrm>
                <a:off x="3828990" y="5038740"/>
                <a:ext cx="26280" cy="78480"/>
              </p14:xfrm>
            </p:contentPart>
          </mc:Choice>
          <mc:Fallback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0BD0E684-1C64-48E7-8F40-EEFC9F22983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19990" y="5029740"/>
                  <a:ext cx="43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FB70D564-745C-4C49-82F9-1A3EC56B4847}"/>
                    </a:ext>
                  </a:extLst>
                </p14:cNvPr>
                <p14:cNvContentPartPr/>
                <p14:nvPr/>
              </p14:nvContentPartPr>
              <p14:xfrm>
                <a:off x="3988470" y="4981500"/>
                <a:ext cx="738000" cy="153000"/>
              </p14:xfrm>
            </p:contentPart>
          </mc:Choice>
          <mc:Fallback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FB70D564-745C-4C49-82F9-1A3EC56B484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79830" y="4972500"/>
                  <a:ext cx="7556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Рукописні дані 22">
                  <a:extLst>
                    <a:ext uri="{FF2B5EF4-FFF2-40B4-BE49-F238E27FC236}">
                      <a16:creationId xmlns:a16="http://schemas.microsoft.com/office/drawing/2014/main" id="{CC9C0E73-E7DB-44F3-BE3C-13B60B25D03E}"/>
                    </a:ext>
                  </a:extLst>
                </p14:cNvPr>
                <p14:cNvContentPartPr/>
                <p14:nvPr/>
              </p14:nvContentPartPr>
              <p14:xfrm>
                <a:off x="4495710" y="4895460"/>
                <a:ext cx="367560" cy="68400"/>
              </p14:xfrm>
            </p:contentPart>
          </mc:Choice>
          <mc:Fallback>
            <p:pic>
              <p:nvPicPr>
                <p:cNvPr id="23" name="Рукописні дані 22">
                  <a:extLst>
                    <a:ext uri="{FF2B5EF4-FFF2-40B4-BE49-F238E27FC236}">
                      <a16:creationId xmlns:a16="http://schemas.microsoft.com/office/drawing/2014/main" id="{CC9C0E73-E7DB-44F3-BE3C-13B60B25D0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87070" y="4886820"/>
                  <a:ext cx="38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Рукописні дані 24">
                  <a:extLst>
                    <a:ext uri="{FF2B5EF4-FFF2-40B4-BE49-F238E27FC236}">
                      <a16:creationId xmlns:a16="http://schemas.microsoft.com/office/drawing/2014/main" id="{4E9810CA-8112-44E8-9D60-7F6BD67E12F7}"/>
                    </a:ext>
                  </a:extLst>
                </p14:cNvPr>
                <p14:cNvContentPartPr/>
                <p14:nvPr/>
              </p14:nvContentPartPr>
              <p14:xfrm>
                <a:off x="2692470" y="5418900"/>
                <a:ext cx="425520" cy="249120"/>
              </p14:xfrm>
            </p:contentPart>
          </mc:Choice>
          <mc:Fallback>
            <p:pic>
              <p:nvPicPr>
                <p:cNvPr id="25" name="Рукописні дані 24">
                  <a:extLst>
                    <a:ext uri="{FF2B5EF4-FFF2-40B4-BE49-F238E27FC236}">
                      <a16:creationId xmlns:a16="http://schemas.microsoft.com/office/drawing/2014/main" id="{4E9810CA-8112-44E8-9D60-7F6BD67E12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83830" y="5410260"/>
                  <a:ext cx="4431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F21EBFDD-7082-4054-A949-1AFDF78E18F6}"/>
                    </a:ext>
                  </a:extLst>
                </p14:cNvPr>
                <p14:cNvContentPartPr/>
                <p14:nvPr/>
              </p14:nvContentPartPr>
              <p14:xfrm>
                <a:off x="3046350" y="5493780"/>
                <a:ext cx="252720" cy="147960"/>
              </p14:xfrm>
            </p:contentPart>
          </mc:Choice>
          <mc:Fallback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F21EBFDD-7082-4054-A949-1AFDF78E18F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37350" y="5485140"/>
                  <a:ext cx="270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Рукописні дані 26">
                  <a:extLst>
                    <a:ext uri="{FF2B5EF4-FFF2-40B4-BE49-F238E27FC236}">
                      <a16:creationId xmlns:a16="http://schemas.microsoft.com/office/drawing/2014/main" id="{BA9ED4E8-1494-4652-B2BD-F5FB29441EDB}"/>
                    </a:ext>
                  </a:extLst>
                </p14:cNvPr>
                <p14:cNvContentPartPr/>
                <p14:nvPr/>
              </p14:nvContentPartPr>
              <p14:xfrm>
                <a:off x="3380430" y="5514660"/>
                <a:ext cx="129960" cy="108000"/>
              </p14:xfrm>
            </p:contentPart>
          </mc:Choice>
          <mc:Fallback>
            <p:pic>
              <p:nvPicPr>
                <p:cNvPr id="27" name="Рукописні дані 26">
                  <a:extLst>
                    <a:ext uri="{FF2B5EF4-FFF2-40B4-BE49-F238E27FC236}">
                      <a16:creationId xmlns:a16="http://schemas.microsoft.com/office/drawing/2014/main" id="{BA9ED4E8-1494-4652-B2BD-F5FB29441E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371430" y="5506020"/>
                  <a:ext cx="147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1116337F-C14D-4D10-AAA8-CF586FE74445}"/>
                    </a:ext>
                  </a:extLst>
                </p14:cNvPr>
                <p14:cNvContentPartPr/>
                <p14:nvPr/>
              </p14:nvContentPartPr>
              <p14:xfrm>
                <a:off x="3646830" y="5514660"/>
                <a:ext cx="693360" cy="128520"/>
              </p14:xfrm>
            </p:contentPart>
          </mc:Choice>
          <mc:Fallback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1116337F-C14D-4D10-AAA8-CF586FE7444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38190" y="5506020"/>
                  <a:ext cx="711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Рукописні дані 28">
                  <a:extLst>
                    <a:ext uri="{FF2B5EF4-FFF2-40B4-BE49-F238E27FC236}">
                      <a16:creationId xmlns:a16="http://schemas.microsoft.com/office/drawing/2014/main" id="{0512AF5F-62F5-429B-93AE-516CCDF1D964}"/>
                    </a:ext>
                  </a:extLst>
                </p14:cNvPr>
                <p14:cNvContentPartPr/>
                <p14:nvPr/>
              </p14:nvContentPartPr>
              <p14:xfrm>
                <a:off x="3980190" y="5587740"/>
                <a:ext cx="294120" cy="165600"/>
              </p14:xfrm>
            </p:contentPart>
          </mc:Choice>
          <mc:Fallback>
            <p:pic>
              <p:nvPicPr>
                <p:cNvPr id="29" name="Рукописні дані 28">
                  <a:extLst>
                    <a:ext uri="{FF2B5EF4-FFF2-40B4-BE49-F238E27FC236}">
                      <a16:creationId xmlns:a16="http://schemas.microsoft.com/office/drawing/2014/main" id="{0512AF5F-62F5-429B-93AE-516CCDF1D9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71550" y="5578740"/>
                  <a:ext cx="3117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Рукописні дані 29">
                  <a:extLst>
                    <a:ext uri="{FF2B5EF4-FFF2-40B4-BE49-F238E27FC236}">
                      <a16:creationId xmlns:a16="http://schemas.microsoft.com/office/drawing/2014/main" id="{BA21C7D0-6463-4BA6-B6C5-99316EB72D1B}"/>
                    </a:ext>
                  </a:extLst>
                </p14:cNvPr>
                <p14:cNvContentPartPr/>
                <p14:nvPr/>
              </p14:nvContentPartPr>
              <p14:xfrm>
                <a:off x="4360710" y="5581260"/>
                <a:ext cx="106920" cy="190440"/>
              </p14:xfrm>
            </p:contentPart>
          </mc:Choice>
          <mc:Fallback>
            <p:pic>
              <p:nvPicPr>
                <p:cNvPr id="30" name="Рукописні дані 29">
                  <a:extLst>
                    <a:ext uri="{FF2B5EF4-FFF2-40B4-BE49-F238E27FC236}">
                      <a16:creationId xmlns:a16="http://schemas.microsoft.com/office/drawing/2014/main" id="{BA21C7D0-6463-4BA6-B6C5-99316EB72D1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52070" y="5572620"/>
                  <a:ext cx="1245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79B5EEC6-FBC0-4835-85F8-2DD917A0F7DF}"/>
                    </a:ext>
                  </a:extLst>
                </p14:cNvPr>
                <p14:cNvContentPartPr/>
                <p14:nvPr/>
              </p14:nvContentPartPr>
              <p14:xfrm>
                <a:off x="4486350" y="5676660"/>
                <a:ext cx="360" cy="110880"/>
              </p14:xfrm>
            </p:contentPart>
          </mc:Choice>
          <mc:Fallback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79B5EEC6-FBC0-4835-85F8-2DD917A0F7D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77350" y="5668020"/>
                  <a:ext cx="180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DAF2FBCF-9880-445B-A711-4E49099F64A6}"/>
                    </a:ext>
                  </a:extLst>
                </p14:cNvPr>
                <p14:cNvContentPartPr/>
                <p14:nvPr/>
              </p14:nvContentPartPr>
              <p14:xfrm>
                <a:off x="4286190" y="5247900"/>
                <a:ext cx="309960" cy="134280"/>
              </p14:xfrm>
            </p:contentPart>
          </mc:Choice>
          <mc:Fallback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DAF2FBCF-9880-445B-A711-4E49099F64A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277190" y="5239260"/>
                  <a:ext cx="32760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Групувати 35">
            <a:extLst>
              <a:ext uri="{FF2B5EF4-FFF2-40B4-BE49-F238E27FC236}">
                <a16:creationId xmlns:a16="http://schemas.microsoft.com/office/drawing/2014/main" id="{A48FD0D4-962A-429B-A4D1-FA2591BB6148}"/>
              </a:ext>
            </a:extLst>
          </p:cNvPr>
          <p:cNvGrpSpPr/>
          <p:nvPr/>
        </p:nvGrpSpPr>
        <p:grpSpPr>
          <a:xfrm>
            <a:off x="6428190" y="638100"/>
            <a:ext cx="4716360" cy="1208880"/>
            <a:chOff x="6428190" y="638100"/>
            <a:chExt cx="4716360" cy="120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906A25C3-D676-419C-8066-A79F09B24588}"/>
                    </a:ext>
                  </a:extLst>
                </p14:cNvPr>
                <p14:cNvContentPartPr/>
                <p14:nvPr/>
              </p14:nvContentPartPr>
              <p14:xfrm>
                <a:off x="6428190" y="932580"/>
                <a:ext cx="3331080" cy="914400"/>
              </p14:xfrm>
            </p:contentPart>
          </mc:Choice>
          <mc:Fallback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906A25C3-D676-419C-8066-A79F09B245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19550" y="923580"/>
                  <a:ext cx="33487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Рукописні дані 34">
                  <a:extLst>
                    <a:ext uri="{FF2B5EF4-FFF2-40B4-BE49-F238E27FC236}">
                      <a16:creationId xmlns:a16="http://schemas.microsoft.com/office/drawing/2014/main" id="{F75B45FE-D387-481F-B396-664A5220499C}"/>
                    </a:ext>
                  </a:extLst>
                </p14:cNvPr>
                <p14:cNvContentPartPr/>
                <p14:nvPr/>
              </p14:nvContentPartPr>
              <p14:xfrm>
                <a:off x="9773310" y="638100"/>
                <a:ext cx="1371240" cy="745200"/>
              </p14:xfrm>
            </p:contentPart>
          </mc:Choice>
          <mc:Fallback>
            <p:pic>
              <p:nvPicPr>
                <p:cNvPr id="35" name="Рукописні дані 34">
                  <a:extLst>
                    <a:ext uri="{FF2B5EF4-FFF2-40B4-BE49-F238E27FC236}">
                      <a16:creationId xmlns:a16="http://schemas.microsoft.com/office/drawing/2014/main" id="{F75B45FE-D387-481F-B396-664A522049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64310" y="629460"/>
                  <a:ext cx="1388880" cy="76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13228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893" y="847062"/>
            <a:ext cx="1145458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 dirty="0">
                <a:solidFill>
                  <a:srgbClr val="000000"/>
                </a:solidFill>
                <a:latin typeface="+mn-lt"/>
              </a:rPr>
              <a:t>    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Після визначення змінної можна надати деяке значення: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Оскільки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представляє тип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тобто рядок, ми можемо присвоїти їй рядок в подвійних лапках. Причому змінної можна присвоїти лише те значення, яке відповідає її типу.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4C1438-4121-4BFB-82B6-0B27FBF71C76}"/>
              </a:ext>
            </a:extLst>
          </p:cNvPr>
          <p:cNvSpPr txBox="1"/>
          <p:nvPr/>
        </p:nvSpPr>
        <p:spPr>
          <a:xfrm>
            <a:off x="432619" y="15920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"Tom";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4D97575-A4AF-4AF8-802D-2CBA810BC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3798332"/>
            <a:ext cx="10432025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Надалі за допомогою імені змінної ми зможемо звертатися до тієї області пам'яті, де зберігається її 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Також ми можемо відразу при визначенні присвоїти змінної значення.</a:t>
            </a:r>
            <a:r>
              <a:rPr kumimoji="0" lang="en-US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 називаєтьс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я </a:t>
            </a:r>
            <a:r>
              <a:rPr lang="uk-UA" altLang="uk-UA" sz="2600" b="1" dirty="0">
                <a:solidFill>
                  <a:srgbClr val="000000"/>
                </a:solidFill>
                <a:latin typeface="+mn-lt"/>
              </a:rPr>
              <a:t>ініціалізацією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F5C427-EE6D-4785-853F-E75E61E9C733}"/>
              </a:ext>
            </a:extLst>
          </p:cNvPr>
          <p:cNvSpPr txBox="1"/>
          <p:nvPr/>
        </p:nvSpPr>
        <p:spPr>
          <a:xfrm>
            <a:off x="432619" y="3429000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F8971-252D-44E7-A849-AE2B3EE9C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5398144"/>
            <a:ext cx="289502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1C5EB02C-6D37-46C4-8433-AF11D43B36D6}"/>
                  </a:ext>
                </a:extLst>
              </p14:cNvPr>
              <p14:cNvContentPartPr/>
              <p14:nvPr/>
            </p14:nvContentPartPr>
            <p14:xfrm>
              <a:off x="2228790" y="5333940"/>
              <a:ext cx="2044080" cy="16308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1C5EB02C-6D37-46C4-8433-AF11D43B36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19790" y="5324940"/>
                <a:ext cx="206172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541862D8-467B-4DC7-A239-ECC57B31F850}"/>
                  </a:ext>
                </a:extLst>
              </p14:cNvPr>
              <p14:cNvContentPartPr/>
              <p14:nvPr/>
            </p14:nvContentPartPr>
            <p14:xfrm>
              <a:off x="1209270" y="1546380"/>
              <a:ext cx="1591920" cy="54360"/>
            </p14:xfrm>
          </p:contentPart>
        </mc:Choice>
        <mc:Fallback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541862D8-467B-4DC7-A239-ECC57B31F85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00630" y="1537740"/>
                <a:ext cx="160956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FCDDA7A6-EED5-4257-A66D-3B55FE9BFC2B}"/>
                  </a:ext>
                </a:extLst>
              </p14:cNvPr>
              <p14:cNvContentPartPr/>
              <p14:nvPr/>
            </p14:nvContentPartPr>
            <p14:xfrm>
              <a:off x="411870" y="1600020"/>
              <a:ext cx="1770840" cy="315720"/>
            </p14:xfrm>
          </p:contentPart>
        </mc:Choice>
        <mc:Fallback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FCDDA7A6-EED5-4257-A66D-3B55FE9BFC2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02870" y="1591020"/>
                <a:ext cx="178848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48B22E74-6EB3-44E9-B8CF-1E86AA9D9B7F}"/>
                  </a:ext>
                </a:extLst>
              </p14:cNvPr>
              <p14:cNvContentPartPr/>
              <p14:nvPr/>
            </p14:nvContentPartPr>
            <p14:xfrm>
              <a:off x="485670" y="1742580"/>
              <a:ext cx="1570320" cy="57960"/>
            </p14:xfrm>
          </p:contentPart>
        </mc:Choice>
        <mc:Fallback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48B22E74-6EB3-44E9-B8CF-1E86AA9D9B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6030" y="1562580"/>
                <a:ext cx="174996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9" name="Рукописні дані 8">
                <a:extLst>
                  <a:ext uri="{FF2B5EF4-FFF2-40B4-BE49-F238E27FC236}">
                    <a16:creationId xmlns:a16="http://schemas.microsoft.com/office/drawing/2014/main" id="{C9A89663-73A4-4BBC-B20E-BA85CF883EAC}"/>
                  </a:ext>
                </a:extLst>
              </p14:cNvPr>
              <p14:cNvContentPartPr/>
              <p14:nvPr/>
            </p14:nvContentPartPr>
            <p14:xfrm>
              <a:off x="530670" y="1989540"/>
              <a:ext cx="2127240" cy="30240"/>
            </p14:xfrm>
          </p:contentPart>
        </mc:Choice>
        <mc:Fallback>
          <p:pic>
            <p:nvPicPr>
              <p:cNvPr id="9" name="Рукописні дані 8">
                <a:extLst>
                  <a:ext uri="{FF2B5EF4-FFF2-40B4-BE49-F238E27FC236}">
                    <a16:creationId xmlns:a16="http://schemas.microsoft.com/office/drawing/2014/main" id="{C9A89663-73A4-4BBC-B20E-BA85CF883EA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40670" y="1809540"/>
                <a:ext cx="230688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2" name="Рукописні дані 11">
                <a:extLst>
                  <a:ext uri="{FF2B5EF4-FFF2-40B4-BE49-F238E27FC236}">
                    <a16:creationId xmlns:a16="http://schemas.microsoft.com/office/drawing/2014/main" id="{B39EBAD8-00A3-40E6-886C-62BCC277913D}"/>
                  </a:ext>
                </a:extLst>
              </p14:cNvPr>
              <p14:cNvContentPartPr/>
              <p14:nvPr/>
            </p14:nvContentPartPr>
            <p14:xfrm>
              <a:off x="66270" y="2084580"/>
              <a:ext cx="397800" cy="477720"/>
            </p14:xfrm>
          </p:contentPart>
        </mc:Choice>
        <mc:Fallback>
          <p:pic>
            <p:nvPicPr>
              <p:cNvPr id="12" name="Рукописні дані 11">
                <a:extLst>
                  <a:ext uri="{FF2B5EF4-FFF2-40B4-BE49-F238E27FC236}">
                    <a16:creationId xmlns:a16="http://schemas.microsoft.com/office/drawing/2014/main" id="{B39EBAD8-00A3-40E6-886C-62BCC277913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7630" y="2075580"/>
                <a:ext cx="415440" cy="49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6" name="Рукописні дані 15">
                <a:extLst>
                  <a:ext uri="{FF2B5EF4-FFF2-40B4-BE49-F238E27FC236}">
                    <a16:creationId xmlns:a16="http://schemas.microsoft.com/office/drawing/2014/main" id="{0163BACC-2718-48AC-98C1-65500011DADD}"/>
                  </a:ext>
                </a:extLst>
              </p14:cNvPr>
              <p14:cNvContentPartPr/>
              <p14:nvPr/>
            </p14:nvContentPartPr>
            <p14:xfrm>
              <a:off x="3467190" y="1704780"/>
              <a:ext cx="360" cy="360"/>
            </p14:xfrm>
          </p:contentPart>
        </mc:Choice>
        <mc:Fallback>
          <p:pic>
            <p:nvPicPr>
              <p:cNvPr id="16" name="Рукописні дані 15">
                <a:extLst>
                  <a:ext uri="{FF2B5EF4-FFF2-40B4-BE49-F238E27FC236}">
                    <a16:creationId xmlns:a16="http://schemas.microsoft.com/office/drawing/2014/main" id="{0163BACC-2718-48AC-98C1-65500011DAD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458190" y="1695780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Групувати 17">
            <a:extLst>
              <a:ext uri="{FF2B5EF4-FFF2-40B4-BE49-F238E27FC236}">
                <a16:creationId xmlns:a16="http://schemas.microsoft.com/office/drawing/2014/main" id="{B6578080-53DA-4BB5-B251-453051A69F59}"/>
              </a:ext>
            </a:extLst>
          </p:cNvPr>
          <p:cNvGrpSpPr/>
          <p:nvPr/>
        </p:nvGrpSpPr>
        <p:grpSpPr>
          <a:xfrm>
            <a:off x="3498870" y="1885860"/>
            <a:ext cx="165240" cy="216360"/>
            <a:chOff x="3498870" y="1885860"/>
            <a:chExt cx="165240" cy="21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23E09C39-D1A3-4F26-8205-4E727008C626}"/>
                    </a:ext>
                  </a:extLst>
                </p14:cNvPr>
                <p14:cNvContentPartPr/>
                <p14:nvPr/>
              </p14:nvContentPartPr>
              <p14:xfrm>
                <a:off x="3498870" y="1990260"/>
                <a:ext cx="16560" cy="111960"/>
              </p14:xfrm>
            </p:contentPart>
          </mc:Choice>
          <mc:Fallback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23E09C39-D1A3-4F26-8205-4E727008C62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89870" y="1981620"/>
                  <a:ext cx="34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Рукописні дані 16">
                  <a:extLst>
                    <a:ext uri="{FF2B5EF4-FFF2-40B4-BE49-F238E27FC236}">
                      <a16:creationId xmlns:a16="http://schemas.microsoft.com/office/drawing/2014/main" id="{0F39EBAD-91A1-497C-A101-EF4F417850EB}"/>
                    </a:ext>
                  </a:extLst>
                </p14:cNvPr>
                <p14:cNvContentPartPr/>
                <p14:nvPr/>
              </p14:nvContentPartPr>
              <p14:xfrm>
                <a:off x="3581310" y="1885860"/>
                <a:ext cx="82800" cy="164160"/>
              </p14:xfrm>
            </p:contentPart>
          </mc:Choice>
          <mc:Fallback>
            <p:pic>
              <p:nvPicPr>
                <p:cNvPr id="17" name="Рукописні дані 16">
                  <a:extLst>
                    <a:ext uri="{FF2B5EF4-FFF2-40B4-BE49-F238E27FC236}">
                      <a16:creationId xmlns:a16="http://schemas.microsoft.com/office/drawing/2014/main" id="{0F39EBAD-91A1-497C-A101-EF4F417850E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2670" y="1877220"/>
                  <a:ext cx="10044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9" name="Рукописні дані 18">
                <a:extLst>
                  <a:ext uri="{FF2B5EF4-FFF2-40B4-BE49-F238E27FC236}">
                    <a16:creationId xmlns:a16="http://schemas.microsoft.com/office/drawing/2014/main" id="{F862829B-5D22-4F6E-B147-D7BEED450ECA}"/>
                  </a:ext>
                </a:extLst>
              </p14:cNvPr>
              <p14:cNvContentPartPr/>
              <p14:nvPr/>
            </p14:nvContentPartPr>
            <p14:xfrm>
              <a:off x="-826890" y="3861180"/>
              <a:ext cx="5640120" cy="2473920"/>
            </p14:xfrm>
          </p:contentPart>
        </mc:Choice>
        <mc:Fallback>
          <p:pic>
            <p:nvPicPr>
              <p:cNvPr id="19" name="Рукописні дані 18">
                <a:extLst>
                  <a:ext uri="{FF2B5EF4-FFF2-40B4-BE49-F238E27FC236}">
                    <a16:creationId xmlns:a16="http://schemas.microsoft.com/office/drawing/2014/main" id="{F862829B-5D22-4F6E-B147-D7BEED450E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835890" y="3852540"/>
                <a:ext cx="5657760" cy="249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0" name="Рукописні дані 19">
                <a:extLst>
                  <a:ext uri="{FF2B5EF4-FFF2-40B4-BE49-F238E27FC236}">
                    <a16:creationId xmlns:a16="http://schemas.microsoft.com/office/drawing/2014/main" id="{7D33853A-3D5F-444D-954E-51A270B28B7F}"/>
                  </a:ext>
                </a:extLst>
              </p14:cNvPr>
              <p14:cNvContentPartPr/>
              <p14:nvPr/>
            </p14:nvContentPartPr>
            <p14:xfrm>
              <a:off x="-325050" y="2657340"/>
              <a:ext cx="10888560" cy="1251000"/>
            </p14:xfrm>
          </p:contentPart>
        </mc:Choice>
        <mc:Fallback>
          <p:pic>
            <p:nvPicPr>
              <p:cNvPr id="20" name="Рукописні дані 19">
                <a:extLst>
                  <a:ext uri="{FF2B5EF4-FFF2-40B4-BE49-F238E27FC236}">
                    <a16:creationId xmlns:a16="http://schemas.microsoft.com/office/drawing/2014/main" id="{7D33853A-3D5F-444D-954E-51A270B28B7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-334050" y="2648340"/>
                <a:ext cx="10906200" cy="12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1" name="Рукописні дані 20">
                <a:extLst>
                  <a:ext uri="{FF2B5EF4-FFF2-40B4-BE49-F238E27FC236}">
                    <a16:creationId xmlns:a16="http://schemas.microsoft.com/office/drawing/2014/main" id="{3DE02F5B-5DE4-4454-82A4-80DD6449587C}"/>
                  </a:ext>
                </a:extLst>
              </p14:cNvPr>
              <p14:cNvContentPartPr/>
              <p14:nvPr/>
            </p14:nvContentPartPr>
            <p14:xfrm>
              <a:off x="-649050" y="2176740"/>
              <a:ext cx="1017720" cy="1585800"/>
            </p14:xfrm>
          </p:contentPart>
        </mc:Choice>
        <mc:Fallback>
          <p:pic>
            <p:nvPicPr>
              <p:cNvPr id="21" name="Рукописні дані 20">
                <a:extLst>
                  <a:ext uri="{FF2B5EF4-FFF2-40B4-BE49-F238E27FC236}">
                    <a16:creationId xmlns:a16="http://schemas.microsoft.com/office/drawing/2014/main" id="{3DE02F5B-5DE4-4454-82A4-80DD6449587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-658050" y="2167740"/>
                <a:ext cx="1035360" cy="16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2" name="Рукописні дані 21">
                <a:extLst>
                  <a:ext uri="{FF2B5EF4-FFF2-40B4-BE49-F238E27FC236}">
                    <a16:creationId xmlns:a16="http://schemas.microsoft.com/office/drawing/2014/main" id="{2F59EE6A-D1CE-466F-992C-27AB2786A1B0}"/>
                  </a:ext>
                </a:extLst>
              </p14:cNvPr>
              <p14:cNvContentPartPr/>
              <p14:nvPr/>
            </p14:nvContentPartPr>
            <p14:xfrm>
              <a:off x="342750" y="5688180"/>
              <a:ext cx="2884320" cy="47160"/>
            </p14:xfrm>
          </p:contentPart>
        </mc:Choice>
        <mc:Fallback>
          <p:pic>
            <p:nvPicPr>
              <p:cNvPr id="22" name="Рукописні дані 21">
                <a:extLst>
                  <a:ext uri="{FF2B5EF4-FFF2-40B4-BE49-F238E27FC236}">
                    <a16:creationId xmlns:a16="http://schemas.microsoft.com/office/drawing/2014/main" id="{2F59EE6A-D1CE-466F-992C-27AB2786A1B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3750" y="5679180"/>
                <a:ext cx="2901960" cy="6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01974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02BFAB-B2EC-4918-BE71-506FC4A63B99}"/>
              </a:ext>
            </a:extLst>
          </p:cNvPr>
          <p:cNvSpPr txBox="1"/>
          <p:nvPr/>
        </p:nvSpPr>
        <p:spPr>
          <a:xfrm>
            <a:off x="838200" y="1393577"/>
            <a:ext cx="9829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Відмінною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рисою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є те,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в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багаторазово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міняти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</a:t>
            </a:r>
            <a:endParaRPr lang="uk-UA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91BB8B-18B4-47B1-A93B-62FD322EDFAD}"/>
              </a:ext>
            </a:extLst>
          </p:cNvPr>
          <p:cNvSpPr txBox="1"/>
          <p:nvPr/>
        </p:nvSpPr>
        <p:spPr>
          <a:xfrm>
            <a:off x="838200" y="3458600"/>
            <a:ext cx="66770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Консольний висновок програми:</a:t>
            </a:r>
            <a:endParaRPr lang="uk-UA" sz="240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FEE259D-3D26-41F6-AD89-BFD42C69C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973224"/>
            <a:ext cx="495300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0" lang="en-US" altLang="uk-UA" sz="1200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D269-E32B-4F5E-B0CB-2D033E55AE5F}"/>
              </a:ext>
            </a:extLst>
          </p:cNvPr>
          <p:cNvSpPr txBox="1"/>
          <p:nvPr/>
        </p:nvSpPr>
        <p:spPr>
          <a:xfrm>
            <a:off x="838200" y="2205312"/>
            <a:ext cx="9829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  // 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створюємо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зміну і </a:t>
            </a:r>
            <a:r>
              <a:rPr lang="uk-UA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ініціалізуємо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її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Tom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"Bob";       // 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змінюємо значення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Bob</a:t>
            </a:r>
          </a:p>
        </p:txBody>
      </p:sp>
    </p:spTree>
    <p:extLst>
      <p:ext uri="{BB962C8B-B14F-4D97-AF65-F5344CB8AC3E}">
        <p14:creationId xmlns:p14="http://schemas.microsoft.com/office/powerpoint/2010/main" val="2547940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657224" y="1317189"/>
            <a:ext cx="110394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особливістю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їхнє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Але,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у C# є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 </a:t>
            </a:r>
            <a:r>
              <a:rPr lang="ru-RU" sz="2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обов'язково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ініціалізована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і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після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змінено</a:t>
            </a:r>
            <a:endParaRPr lang="ru-RU" sz="20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призначені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опису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таких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повинні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змінюватись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ключове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слово </a:t>
            </a:r>
            <a:r>
              <a:rPr lang="ru-RU" sz="2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const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вказується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перед типом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42BFB8E-B228-44CA-8F26-0B4599A9E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" y="3290500"/>
            <a:ext cx="716862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определяем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константу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49D32AF-ACE8-4C6C-B4AF-FEEC6BD9A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4" y="3636734"/>
            <a:ext cx="11782425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Так, у даному випадку визначена константа NAME, яка зберігає рядок "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Tom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".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DEAD3F85-153C-4C80-A5B3-97C32C2C5510}"/>
                  </a:ext>
                </a:extLst>
              </p14:cNvPr>
              <p14:cNvContentPartPr/>
              <p14:nvPr/>
            </p14:nvContentPartPr>
            <p14:xfrm>
              <a:off x="674310" y="3178980"/>
              <a:ext cx="794520" cy="46008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DEAD3F85-153C-4C80-A5B3-97C32C2C551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5310" y="3170340"/>
                <a:ext cx="812160" cy="47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969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383458" y="1290266"/>
            <a:ext cx="1134642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пам'ятати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оголосити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лише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один раз і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момент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компіляції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мають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Так,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отримаємо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помилку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надано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початкове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B5C56-C3CA-4056-A045-B1CF48755254}"/>
              </a:ext>
            </a:extLst>
          </p:cNvPr>
          <p:cNvSpPr txBox="1"/>
          <p:nvPr/>
        </p:nvSpPr>
        <p:spPr>
          <a:xfrm>
            <a:off x="383457" y="2819348"/>
            <a:ext cx="100878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NAME;  // !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- константа NAME не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ініціалізована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6657B-189B-4A83-A867-210C6442F005}"/>
              </a:ext>
            </a:extLst>
          </p:cNvPr>
          <p:cNvSpPr txBox="1"/>
          <p:nvPr/>
        </p:nvSpPr>
        <p:spPr>
          <a:xfrm>
            <a:off x="383457" y="3214933"/>
            <a:ext cx="9527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9D07E6EB-5348-4CE9-B8E4-BAD2AF789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182" y="3645821"/>
            <a:ext cx="882292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створюємо константу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!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- 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констати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неможна змінити значення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6526FE-8061-492D-8429-A47E2B22FF4D}"/>
              </a:ext>
            </a:extLst>
          </p:cNvPr>
          <p:cNvSpPr txBox="1"/>
          <p:nvPr/>
        </p:nvSpPr>
        <p:spPr>
          <a:xfrm>
            <a:off x="383457" y="4257452"/>
            <a:ext cx="11346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Таким чином,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нам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зберігати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деякі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але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987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endParaRPr lang="uk-UA" dirty="0"/>
          </a:p>
        </p:txBody>
      </p:sp>
      <p:graphicFrame>
        <p:nvGraphicFramePr>
          <p:cNvPr id="3" name="Таблиця 3">
            <a:extLst>
              <a:ext uri="{FF2B5EF4-FFF2-40B4-BE49-F238E27FC236}">
                <a16:creationId xmlns:a16="http://schemas.microsoft.com/office/drawing/2014/main" id="{CE0A0BEB-3D85-470F-92C8-11302C810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687779"/>
              </p:ext>
            </p:extLst>
          </p:nvPr>
        </p:nvGraphicFramePr>
        <p:xfrm>
          <a:off x="1183481" y="1404547"/>
          <a:ext cx="1052195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83">
                  <a:extLst>
                    <a:ext uri="{9D8B030D-6E8A-4147-A177-3AD203B41FA5}">
                      <a16:colId xmlns:a16="http://schemas.microsoft.com/office/drawing/2014/main" val="3227524368"/>
                    </a:ext>
                  </a:extLst>
                </a:gridCol>
                <a:gridCol w="3756879">
                  <a:extLst>
                    <a:ext uri="{9D8B030D-6E8A-4147-A177-3AD203B41FA5}">
                      <a16:colId xmlns:a16="http://schemas.microsoft.com/office/drawing/2014/main" val="235546212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132117597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2376947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Ім’я типу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Граничні значення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Розмір займаної пам’яті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Приклад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469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bool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r>
                        <a:rPr lang="uk-UA" dirty="0"/>
                        <a:t>, </a:t>
                      </a:r>
                      <a:r>
                        <a:rPr lang="en-US" dirty="0"/>
                        <a:t>false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325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char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symbol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‘f’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680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sbyte</a:t>
                      </a:r>
                      <a:r>
                        <a:rPr lang="en-US" dirty="0"/>
                        <a:t> 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-128 до 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9227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byte 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910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short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-32768 до 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5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ushort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65535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60000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85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-2147483648 до 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-200000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88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uint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4294967295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2000000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97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306404"/>
                  </a:ext>
                </a:extLst>
              </a:tr>
            </a:tbl>
          </a:graphicData>
        </a:graphic>
      </p:graphicFrame>
      <p:pic>
        <p:nvPicPr>
          <p:cNvPr id="6146" name="Picture 2" descr="Тема 2. Основи мови програмування C#">
            <a:extLst>
              <a:ext uri="{FF2B5EF4-FFF2-40B4-BE49-F238E27FC236}">
                <a16:creationId xmlns:a16="http://schemas.microsoft.com/office/drawing/2014/main" id="{8A573EBF-5EFD-4DA3-8D0D-70DD6FFC3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150" y="1338142"/>
            <a:ext cx="9596438" cy="5191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5ED0CB75-BFBA-43E6-BBBA-2B597DFBEC81}"/>
                  </a:ext>
                </a:extLst>
              </p14:cNvPr>
              <p14:cNvContentPartPr/>
              <p14:nvPr/>
            </p14:nvContentPartPr>
            <p14:xfrm>
              <a:off x="1447590" y="1847340"/>
              <a:ext cx="448200" cy="2880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5ED0CB75-BFBA-43E6-BBBA-2B597DFBEC8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38590" y="1838700"/>
                <a:ext cx="4658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D60D5A3D-C76C-46E6-BCC3-8AF91776D839}"/>
                  </a:ext>
                </a:extLst>
              </p14:cNvPr>
              <p14:cNvContentPartPr/>
              <p14:nvPr/>
            </p14:nvContentPartPr>
            <p14:xfrm>
              <a:off x="1428510" y="3402180"/>
              <a:ext cx="410400" cy="7920"/>
            </p14:xfrm>
          </p:contentPart>
        </mc:Choice>
        <mc:Fallback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D60D5A3D-C76C-46E6-BCC3-8AF91776D83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870" y="3393540"/>
                <a:ext cx="42804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6" name="Рукописні дані 5">
                <a:extLst>
                  <a:ext uri="{FF2B5EF4-FFF2-40B4-BE49-F238E27FC236}">
                    <a16:creationId xmlns:a16="http://schemas.microsoft.com/office/drawing/2014/main" id="{D6CD6F01-CEA8-4618-815F-C4D0D893C34F}"/>
                  </a:ext>
                </a:extLst>
              </p14:cNvPr>
              <p14:cNvContentPartPr/>
              <p14:nvPr/>
            </p14:nvContentPartPr>
            <p14:xfrm>
              <a:off x="1466670" y="6210180"/>
              <a:ext cx="570240" cy="360"/>
            </p14:xfrm>
          </p:contentPart>
        </mc:Choice>
        <mc:Fallback>
          <p:pic>
            <p:nvPicPr>
              <p:cNvPr id="6" name="Рукописні дані 5">
                <a:extLst>
                  <a:ext uri="{FF2B5EF4-FFF2-40B4-BE49-F238E27FC236}">
                    <a16:creationId xmlns:a16="http://schemas.microsoft.com/office/drawing/2014/main" id="{D6CD6F01-CEA8-4618-815F-C4D0D893C34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58030" y="6201180"/>
                <a:ext cx="5878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0E83CEAC-EDEB-4EEE-9254-49F46755E30B}"/>
                  </a:ext>
                </a:extLst>
              </p14:cNvPr>
              <p14:cNvContentPartPr/>
              <p14:nvPr/>
            </p14:nvContentPartPr>
            <p14:xfrm>
              <a:off x="1533270" y="1779660"/>
              <a:ext cx="2327400" cy="30240"/>
            </p14:xfrm>
          </p:contentPart>
        </mc:Choice>
        <mc:Fallback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0E83CEAC-EDEB-4EEE-9254-49F46755E30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443630" y="1600020"/>
                <a:ext cx="250704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7ACC1FFF-DDF8-4DF5-A162-B5FC1CBAA9BB}"/>
                  </a:ext>
                </a:extLst>
              </p14:cNvPr>
              <p14:cNvContentPartPr/>
              <p14:nvPr/>
            </p14:nvContentPartPr>
            <p14:xfrm>
              <a:off x="1428510" y="1970820"/>
              <a:ext cx="2503080" cy="48960"/>
            </p14:xfrm>
          </p:contentPart>
        </mc:Choice>
        <mc:Fallback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7ACC1FFF-DDF8-4DF5-A162-B5FC1CBAA9B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38870" y="1790820"/>
                <a:ext cx="2682720" cy="4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9" name="Рукописні дані 8">
                <a:extLst>
                  <a:ext uri="{FF2B5EF4-FFF2-40B4-BE49-F238E27FC236}">
                    <a16:creationId xmlns:a16="http://schemas.microsoft.com/office/drawing/2014/main" id="{6E80DE74-4FEB-4B42-9DE3-90EC8E669D10}"/>
                  </a:ext>
                </a:extLst>
              </p14:cNvPr>
              <p14:cNvContentPartPr/>
              <p14:nvPr/>
            </p14:nvContentPartPr>
            <p14:xfrm>
              <a:off x="1447590" y="2208780"/>
              <a:ext cx="3234600" cy="135360"/>
            </p14:xfrm>
          </p:contentPart>
        </mc:Choice>
        <mc:Fallback>
          <p:pic>
            <p:nvPicPr>
              <p:cNvPr id="9" name="Рукописні дані 8">
                <a:extLst>
                  <a:ext uri="{FF2B5EF4-FFF2-40B4-BE49-F238E27FC236}">
                    <a16:creationId xmlns:a16="http://schemas.microsoft.com/office/drawing/2014/main" id="{6E80DE74-4FEB-4B42-9DE3-90EC8E669D1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357590" y="2029140"/>
                <a:ext cx="3414240" cy="49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0" name="Рукописні дані 9">
                <a:extLst>
                  <a:ext uri="{FF2B5EF4-FFF2-40B4-BE49-F238E27FC236}">
                    <a16:creationId xmlns:a16="http://schemas.microsoft.com/office/drawing/2014/main" id="{854C46DE-594A-4002-BCBE-6B127154DE77}"/>
                  </a:ext>
                </a:extLst>
              </p14:cNvPr>
              <p14:cNvContentPartPr/>
              <p14:nvPr/>
            </p14:nvContentPartPr>
            <p14:xfrm>
              <a:off x="1066350" y="2222820"/>
              <a:ext cx="7331040" cy="2121480"/>
            </p14:xfrm>
          </p:contentPart>
        </mc:Choice>
        <mc:Fallback>
          <p:pic>
            <p:nvPicPr>
              <p:cNvPr id="10" name="Рукописні дані 9">
                <a:extLst>
                  <a:ext uri="{FF2B5EF4-FFF2-40B4-BE49-F238E27FC236}">
                    <a16:creationId xmlns:a16="http://schemas.microsoft.com/office/drawing/2014/main" id="{854C46DE-594A-4002-BCBE-6B127154DE7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76350" y="2042820"/>
                <a:ext cx="7510680" cy="248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1" name="Рукописні дані 10">
                <a:extLst>
                  <a:ext uri="{FF2B5EF4-FFF2-40B4-BE49-F238E27FC236}">
                    <a16:creationId xmlns:a16="http://schemas.microsoft.com/office/drawing/2014/main" id="{412DE167-B24E-426F-887F-30844287A7F8}"/>
                  </a:ext>
                </a:extLst>
              </p14:cNvPr>
              <p14:cNvContentPartPr/>
              <p14:nvPr/>
            </p14:nvContentPartPr>
            <p14:xfrm>
              <a:off x="1209270" y="3786660"/>
              <a:ext cx="1536120" cy="147240"/>
            </p14:xfrm>
          </p:contentPart>
        </mc:Choice>
        <mc:Fallback>
          <p:pic>
            <p:nvPicPr>
              <p:cNvPr id="11" name="Рукописні дані 10">
                <a:extLst>
                  <a:ext uri="{FF2B5EF4-FFF2-40B4-BE49-F238E27FC236}">
                    <a16:creationId xmlns:a16="http://schemas.microsoft.com/office/drawing/2014/main" id="{412DE167-B24E-426F-887F-30844287A7F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119630" y="3606660"/>
                <a:ext cx="1715760" cy="50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2" name="Рукописні дані 11">
                <a:extLst>
                  <a:ext uri="{FF2B5EF4-FFF2-40B4-BE49-F238E27FC236}">
                    <a16:creationId xmlns:a16="http://schemas.microsoft.com/office/drawing/2014/main" id="{69CBD657-934E-4DF3-A3AA-068C33AFD718}"/>
                  </a:ext>
                </a:extLst>
              </p14:cNvPr>
              <p14:cNvContentPartPr/>
              <p14:nvPr/>
            </p14:nvContentPartPr>
            <p14:xfrm>
              <a:off x="1095150" y="4066020"/>
              <a:ext cx="1606320" cy="125280"/>
            </p14:xfrm>
          </p:contentPart>
        </mc:Choice>
        <mc:Fallback>
          <p:pic>
            <p:nvPicPr>
              <p:cNvPr id="12" name="Рукописні дані 11">
                <a:extLst>
                  <a:ext uri="{FF2B5EF4-FFF2-40B4-BE49-F238E27FC236}">
                    <a16:creationId xmlns:a16="http://schemas.microsoft.com/office/drawing/2014/main" id="{69CBD657-934E-4DF3-A3AA-068C33AFD71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05150" y="3886020"/>
                <a:ext cx="1785960" cy="48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3" name="Рукописні дані 12">
                <a:extLst>
                  <a:ext uri="{FF2B5EF4-FFF2-40B4-BE49-F238E27FC236}">
                    <a16:creationId xmlns:a16="http://schemas.microsoft.com/office/drawing/2014/main" id="{9BE49F97-31F4-47AC-986D-CB8DE3A695E6}"/>
                  </a:ext>
                </a:extLst>
              </p14:cNvPr>
              <p14:cNvContentPartPr/>
              <p14:nvPr/>
            </p14:nvContentPartPr>
            <p14:xfrm>
              <a:off x="4000350" y="2657340"/>
              <a:ext cx="384480" cy="360"/>
            </p14:xfrm>
          </p:contentPart>
        </mc:Choice>
        <mc:Fallback>
          <p:pic>
            <p:nvPicPr>
              <p:cNvPr id="13" name="Рукописні дані 12">
                <a:extLst>
                  <a:ext uri="{FF2B5EF4-FFF2-40B4-BE49-F238E27FC236}">
                    <a16:creationId xmlns:a16="http://schemas.microsoft.com/office/drawing/2014/main" id="{9BE49F97-31F4-47AC-986D-CB8DE3A695E6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991350" y="2648340"/>
                <a:ext cx="40212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4" name="Рукописні дані 13">
                <a:extLst>
                  <a:ext uri="{FF2B5EF4-FFF2-40B4-BE49-F238E27FC236}">
                    <a16:creationId xmlns:a16="http://schemas.microsoft.com/office/drawing/2014/main" id="{8955650D-8E33-44AB-ADBE-6C87C2B1413F}"/>
                  </a:ext>
                </a:extLst>
              </p14:cNvPr>
              <p14:cNvContentPartPr/>
              <p14:nvPr/>
            </p14:nvContentPartPr>
            <p14:xfrm>
              <a:off x="4943550" y="3409020"/>
              <a:ext cx="1049760" cy="20520"/>
            </p14:xfrm>
          </p:contentPart>
        </mc:Choice>
        <mc:Fallback>
          <p:pic>
            <p:nvPicPr>
              <p:cNvPr id="14" name="Рукописні дані 13">
                <a:extLst>
                  <a:ext uri="{FF2B5EF4-FFF2-40B4-BE49-F238E27FC236}">
                    <a16:creationId xmlns:a16="http://schemas.microsoft.com/office/drawing/2014/main" id="{8955650D-8E33-44AB-ADBE-6C87C2B1413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934550" y="3400020"/>
                <a:ext cx="106740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5" name="Рукописні дані 14">
                <a:extLst>
                  <a:ext uri="{FF2B5EF4-FFF2-40B4-BE49-F238E27FC236}">
                    <a16:creationId xmlns:a16="http://schemas.microsoft.com/office/drawing/2014/main" id="{1B510480-4BE4-4779-8D54-937823A73F8A}"/>
                  </a:ext>
                </a:extLst>
              </p14:cNvPr>
              <p14:cNvContentPartPr/>
              <p14:nvPr/>
            </p14:nvContentPartPr>
            <p14:xfrm>
              <a:off x="1447590" y="4618620"/>
              <a:ext cx="721440" cy="20520"/>
            </p14:xfrm>
          </p:contentPart>
        </mc:Choice>
        <mc:Fallback>
          <p:pic>
            <p:nvPicPr>
              <p:cNvPr id="15" name="Рукописні дані 14">
                <a:extLst>
                  <a:ext uri="{FF2B5EF4-FFF2-40B4-BE49-F238E27FC236}">
                    <a16:creationId xmlns:a16="http://schemas.microsoft.com/office/drawing/2014/main" id="{1B510480-4BE4-4779-8D54-937823A73F8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357590" y="4438620"/>
                <a:ext cx="901080" cy="38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6" name="Рукописні дані 15">
                <a:extLst>
                  <a:ext uri="{FF2B5EF4-FFF2-40B4-BE49-F238E27FC236}">
                    <a16:creationId xmlns:a16="http://schemas.microsoft.com/office/drawing/2014/main" id="{92599992-8836-41C6-88E1-7D8F1518114A}"/>
                  </a:ext>
                </a:extLst>
              </p14:cNvPr>
              <p14:cNvContentPartPr/>
              <p14:nvPr/>
            </p14:nvContentPartPr>
            <p14:xfrm>
              <a:off x="1419150" y="5143500"/>
              <a:ext cx="973440" cy="13680"/>
            </p14:xfrm>
          </p:contentPart>
        </mc:Choice>
        <mc:Fallback>
          <p:pic>
            <p:nvPicPr>
              <p:cNvPr id="16" name="Рукописні дані 15">
                <a:extLst>
                  <a:ext uri="{FF2B5EF4-FFF2-40B4-BE49-F238E27FC236}">
                    <a16:creationId xmlns:a16="http://schemas.microsoft.com/office/drawing/2014/main" id="{92599992-8836-41C6-88E1-7D8F1518114A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329150" y="4963860"/>
                <a:ext cx="1153080" cy="37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17" name="Рукописні дані 16">
                <a:extLst>
                  <a:ext uri="{FF2B5EF4-FFF2-40B4-BE49-F238E27FC236}">
                    <a16:creationId xmlns:a16="http://schemas.microsoft.com/office/drawing/2014/main" id="{241B69DC-320B-4FB4-A4FF-41014F931DC9}"/>
                  </a:ext>
                </a:extLst>
              </p14:cNvPr>
              <p14:cNvContentPartPr/>
              <p14:nvPr/>
            </p14:nvContentPartPr>
            <p14:xfrm>
              <a:off x="1638390" y="5332860"/>
              <a:ext cx="1113120" cy="68040"/>
            </p14:xfrm>
          </p:contentPart>
        </mc:Choice>
        <mc:Fallback>
          <p:pic>
            <p:nvPicPr>
              <p:cNvPr id="17" name="Рукописні дані 16">
                <a:extLst>
                  <a:ext uri="{FF2B5EF4-FFF2-40B4-BE49-F238E27FC236}">
                    <a16:creationId xmlns:a16="http://schemas.microsoft.com/office/drawing/2014/main" id="{241B69DC-320B-4FB4-A4FF-41014F931DC9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548390" y="5152860"/>
                <a:ext cx="1292760" cy="42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18" name="Рукописні дані 17">
                <a:extLst>
                  <a:ext uri="{FF2B5EF4-FFF2-40B4-BE49-F238E27FC236}">
                    <a16:creationId xmlns:a16="http://schemas.microsoft.com/office/drawing/2014/main" id="{2AA7DBA5-EE9F-4082-85CD-6A8529F68691}"/>
                  </a:ext>
                </a:extLst>
              </p14:cNvPr>
              <p14:cNvContentPartPr/>
              <p14:nvPr/>
            </p14:nvContentPartPr>
            <p14:xfrm>
              <a:off x="1466670" y="4780260"/>
              <a:ext cx="929520" cy="10800"/>
            </p14:xfrm>
          </p:contentPart>
        </mc:Choice>
        <mc:Fallback>
          <p:pic>
            <p:nvPicPr>
              <p:cNvPr id="18" name="Рукописні дані 17">
                <a:extLst>
                  <a:ext uri="{FF2B5EF4-FFF2-40B4-BE49-F238E27FC236}">
                    <a16:creationId xmlns:a16="http://schemas.microsoft.com/office/drawing/2014/main" id="{2AA7DBA5-EE9F-4082-85CD-6A8529F68691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377030" y="4600620"/>
                <a:ext cx="110916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19" name="Рукописні дані 18">
                <a:extLst>
                  <a:ext uri="{FF2B5EF4-FFF2-40B4-BE49-F238E27FC236}">
                    <a16:creationId xmlns:a16="http://schemas.microsoft.com/office/drawing/2014/main" id="{49E681C2-3585-40F9-B3C6-057E7D3C878B}"/>
                  </a:ext>
                </a:extLst>
              </p14:cNvPr>
              <p14:cNvContentPartPr/>
              <p14:nvPr/>
            </p14:nvContentPartPr>
            <p14:xfrm>
              <a:off x="1857270" y="4617900"/>
              <a:ext cx="574560" cy="30600"/>
            </p14:xfrm>
          </p:contentPart>
        </mc:Choice>
        <mc:Fallback>
          <p:pic>
            <p:nvPicPr>
              <p:cNvPr id="19" name="Рукописні дані 18">
                <a:extLst>
                  <a:ext uri="{FF2B5EF4-FFF2-40B4-BE49-F238E27FC236}">
                    <a16:creationId xmlns:a16="http://schemas.microsoft.com/office/drawing/2014/main" id="{49E681C2-3585-40F9-B3C6-057E7D3C878B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767630" y="4438260"/>
                <a:ext cx="754200" cy="39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20" name="Рукописні дані 19">
                <a:extLst>
                  <a:ext uri="{FF2B5EF4-FFF2-40B4-BE49-F238E27FC236}">
                    <a16:creationId xmlns:a16="http://schemas.microsoft.com/office/drawing/2014/main" id="{DC3F59E9-23BD-45C0-9A8B-C7AA43EC226D}"/>
                  </a:ext>
                </a:extLst>
              </p14:cNvPr>
              <p14:cNvContentPartPr/>
              <p14:nvPr/>
            </p14:nvContentPartPr>
            <p14:xfrm>
              <a:off x="2371710" y="4819500"/>
              <a:ext cx="226440" cy="82800"/>
            </p14:xfrm>
          </p:contentPart>
        </mc:Choice>
        <mc:Fallback>
          <p:pic>
            <p:nvPicPr>
              <p:cNvPr id="20" name="Рукописні дані 19">
                <a:extLst>
                  <a:ext uri="{FF2B5EF4-FFF2-40B4-BE49-F238E27FC236}">
                    <a16:creationId xmlns:a16="http://schemas.microsoft.com/office/drawing/2014/main" id="{DC3F59E9-23BD-45C0-9A8B-C7AA43EC226D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282070" y="4639860"/>
                <a:ext cx="406080" cy="44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Групувати 23">
            <a:extLst>
              <a:ext uri="{FF2B5EF4-FFF2-40B4-BE49-F238E27FC236}">
                <a16:creationId xmlns:a16="http://schemas.microsoft.com/office/drawing/2014/main" id="{E54786AB-24CA-47B3-A532-2EB2B0EC21BD}"/>
              </a:ext>
            </a:extLst>
          </p:cNvPr>
          <p:cNvGrpSpPr/>
          <p:nvPr/>
        </p:nvGrpSpPr>
        <p:grpSpPr>
          <a:xfrm>
            <a:off x="9381990" y="4744260"/>
            <a:ext cx="362520" cy="46800"/>
            <a:chOff x="9381990" y="4744260"/>
            <a:chExt cx="362520" cy="4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E6235446-75FA-4FF8-998F-74606C90B270}"/>
                    </a:ext>
                  </a:extLst>
                </p14:cNvPr>
                <p14:cNvContentPartPr/>
                <p14:nvPr/>
              </p14:nvContentPartPr>
              <p14:xfrm>
                <a:off x="9381990" y="4753620"/>
                <a:ext cx="169920" cy="37440"/>
              </p14:xfrm>
            </p:contentPart>
          </mc:Choice>
          <mc:Fallback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E6235446-75FA-4FF8-998F-74606C90B27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372990" y="4744980"/>
                  <a:ext cx="1875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8244249B-FB39-4756-9722-7A289F79D7CA}"/>
                    </a:ext>
                  </a:extLst>
                </p14:cNvPr>
                <p14:cNvContentPartPr/>
                <p14:nvPr/>
              </p14:nvContentPartPr>
              <p14:xfrm>
                <a:off x="9416550" y="4744260"/>
                <a:ext cx="327960" cy="18360"/>
              </p14:xfrm>
            </p:contentPart>
          </mc:Choice>
          <mc:Fallback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8244249B-FB39-4756-9722-7A289F79D7C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07910" y="4735620"/>
                  <a:ext cx="3456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23" name="Рукописні дані 22">
                <a:extLst>
                  <a:ext uri="{FF2B5EF4-FFF2-40B4-BE49-F238E27FC236}">
                    <a16:creationId xmlns:a16="http://schemas.microsoft.com/office/drawing/2014/main" id="{D2A5A647-830B-4BCE-AD66-0CB1293E5A5D}"/>
                  </a:ext>
                </a:extLst>
              </p14:cNvPr>
              <p14:cNvContentPartPr/>
              <p14:nvPr/>
            </p14:nvContentPartPr>
            <p14:xfrm>
              <a:off x="9276870" y="5315580"/>
              <a:ext cx="83880" cy="18720"/>
            </p14:xfrm>
          </p:contentPart>
        </mc:Choice>
        <mc:Fallback>
          <p:pic>
            <p:nvPicPr>
              <p:cNvPr id="23" name="Рукописні дані 22">
                <a:extLst>
                  <a:ext uri="{FF2B5EF4-FFF2-40B4-BE49-F238E27FC236}">
                    <a16:creationId xmlns:a16="http://schemas.microsoft.com/office/drawing/2014/main" id="{D2A5A647-830B-4BCE-AD66-0CB1293E5A5D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9268230" y="5306580"/>
                <a:ext cx="10152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25" name="Рукописні дані 24">
                <a:extLst>
                  <a:ext uri="{FF2B5EF4-FFF2-40B4-BE49-F238E27FC236}">
                    <a16:creationId xmlns:a16="http://schemas.microsoft.com/office/drawing/2014/main" id="{A8386813-4012-4B1C-87FE-8920B1662EEA}"/>
                  </a:ext>
                </a:extLst>
              </p14:cNvPr>
              <p14:cNvContentPartPr/>
              <p14:nvPr/>
            </p14:nvContentPartPr>
            <p14:xfrm>
              <a:off x="190110" y="5857380"/>
              <a:ext cx="1213920" cy="388440"/>
            </p14:xfrm>
          </p:contentPart>
        </mc:Choice>
        <mc:Fallback>
          <p:pic>
            <p:nvPicPr>
              <p:cNvPr id="25" name="Рукописні дані 24">
                <a:extLst>
                  <a:ext uri="{FF2B5EF4-FFF2-40B4-BE49-F238E27FC236}">
                    <a16:creationId xmlns:a16="http://schemas.microsoft.com/office/drawing/2014/main" id="{A8386813-4012-4B1C-87FE-8920B1662EEA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81470" y="5848380"/>
                <a:ext cx="1231560" cy="40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26" name="Рукописні дані 25">
                <a:extLst>
                  <a:ext uri="{FF2B5EF4-FFF2-40B4-BE49-F238E27FC236}">
                    <a16:creationId xmlns:a16="http://schemas.microsoft.com/office/drawing/2014/main" id="{05A5856F-0785-4187-8CE5-0D532091529B}"/>
                  </a:ext>
                </a:extLst>
              </p14:cNvPr>
              <p14:cNvContentPartPr/>
              <p14:nvPr/>
            </p14:nvContentPartPr>
            <p14:xfrm>
              <a:off x="-57210" y="2028060"/>
              <a:ext cx="1306440" cy="168840"/>
            </p14:xfrm>
          </p:contentPart>
        </mc:Choice>
        <mc:Fallback>
          <p:pic>
            <p:nvPicPr>
              <p:cNvPr id="26" name="Рукописні дані 25">
                <a:extLst>
                  <a:ext uri="{FF2B5EF4-FFF2-40B4-BE49-F238E27FC236}">
                    <a16:creationId xmlns:a16="http://schemas.microsoft.com/office/drawing/2014/main" id="{05A5856F-0785-4187-8CE5-0D532091529B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-66210" y="2019420"/>
                <a:ext cx="132408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27" name="Рукописні дані 26">
                <a:extLst>
                  <a:ext uri="{FF2B5EF4-FFF2-40B4-BE49-F238E27FC236}">
                    <a16:creationId xmlns:a16="http://schemas.microsoft.com/office/drawing/2014/main" id="{EE35005D-2070-43A4-93D8-4F5CEC26DFF5}"/>
                  </a:ext>
                </a:extLst>
              </p14:cNvPr>
              <p14:cNvContentPartPr/>
              <p14:nvPr/>
            </p14:nvContentPartPr>
            <p14:xfrm>
              <a:off x="1428510" y="5761260"/>
              <a:ext cx="717840" cy="20520"/>
            </p14:xfrm>
          </p:contentPart>
        </mc:Choice>
        <mc:Fallback>
          <p:pic>
            <p:nvPicPr>
              <p:cNvPr id="27" name="Рукописні дані 26">
                <a:extLst>
                  <a:ext uri="{FF2B5EF4-FFF2-40B4-BE49-F238E27FC236}">
                    <a16:creationId xmlns:a16="http://schemas.microsoft.com/office/drawing/2014/main" id="{EE35005D-2070-43A4-93D8-4F5CEC26DFF5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419870" y="5752620"/>
                <a:ext cx="735480" cy="3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04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34E2F-92E7-4D56-B356-6D4C496DD1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44453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isRunning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isStaying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4DC7A9-AE5F-4EFC-98C3-17936BD0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1686798"/>
            <a:ext cx="2468625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coinsGet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0611C4-CEDA-4DF1-B49F-41E60B208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1933019"/>
            <a:ext cx="345607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score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-101;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sizeOfInventory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CEFED8-0D5C-451A-90B1-EFE28F7C4D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73419"/>
            <a:ext cx="296234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enemyAlive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enemyKilled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0960B159-447B-43C7-A5B1-2293531FC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2703989"/>
            <a:ext cx="1974900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n1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n2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3610D4E-7730-4895-B77C-7C03503BE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3107770"/>
            <a:ext cx="3694471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altLang="uk-UA" sz="16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двійкова форма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 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шістнадцядкова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форма c = 255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2BC0AE8B-E6D6-42E3-8319-C83DA4C6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353475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B2B4FC5B-4676-4271-8294-0DFB8BD28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3913188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-10;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C3468DF6-CC24-4128-B443-741732437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4651852"/>
            <a:ext cx="197490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8CFD15AB-64CE-4781-A901-5A8BBE7CE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647823"/>
            <a:ext cx="222176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'\x5A'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'\u0420'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F83D89E8-4880-49EF-9DEA-36ABA88420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5463382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7B945E54-2EF0-4851-8F5F-E8505F945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5863885"/>
            <a:ext cx="296234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22;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3.14;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1" name="Групувати 30">
            <a:extLst>
              <a:ext uri="{FF2B5EF4-FFF2-40B4-BE49-F238E27FC236}">
                <a16:creationId xmlns:a16="http://schemas.microsoft.com/office/drawing/2014/main" id="{57123A5E-D999-4B28-A99D-22AF0B2E1D85}"/>
              </a:ext>
            </a:extLst>
          </p:cNvPr>
          <p:cNvGrpSpPr/>
          <p:nvPr/>
        </p:nvGrpSpPr>
        <p:grpSpPr>
          <a:xfrm>
            <a:off x="8534190" y="6066900"/>
            <a:ext cx="1326600" cy="552960"/>
            <a:chOff x="8534190" y="6066900"/>
            <a:chExt cx="1326600" cy="55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13040ABB-F7EE-4E35-8FF5-8513B31B937B}"/>
                    </a:ext>
                  </a:extLst>
                </p14:cNvPr>
                <p14:cNvContentPartPr/>
                <p14:nvPr/>
              </p14:nvContentPartPr>
              <p14:xfrm>
                <a:off x="8581710" y="6066900"/>
                <a:ext cx="698040" cy="19800"/>
              </p14:xfrm>
            </p:contentPart>
          </mc:Choice>
          <mc:Fallback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13040ABB-F7EE-4E35-8FF5-8513B31B937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573070" y="6058260"/>
                  <a:ext cx="715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E98B973B-DAEB-484A-878D-5FDEA019FAF2}"/>
                    </a:ext>
                  </a:extLst>
                </p14:cNvPr>
                <p14:cNvContentPartPr/>
                <p14:nvPr/>
              </p14:nvContentPartPr>
              <p14:xfrm>
                <a:off x="8534190" y="6353100"/>
                <a:ext cx="1055880" cy="39240"/>
              </p14:xfrm>
            </p:contentPart>
          </mc:Choice>
          <mc:Fallback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E98B973B-DAEB-484A-878D-5FDEA019FAF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25190" y="6344460"/>
                  <a:ext cx="10735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0" name="Рукописні дані 29">
                  <a:extLst>
                    <a:ext uri="{FF2B5EF4-FFF2-40B4-BE49-F238E27FC236}">
                      <a16:creationId xmlns:a16="http://schemas.microsoft.com/office/drawing/2014/main" id="{D90597DC-1AC7-4752-8735-EDAA86036C6D}"/>
                    </a:ext>
                  </a:extLst>
                </p14:cNvPr>
                <p14:cNvContentPartPr/>
                <p14:nvPr/>
              </p14:nvContentPartPr>
              <p14:xfrm>
                <a:off x="8638950" y="6523740"/>
                <a:ext cx="1221840" cy="96120"/>
              </p14:xfrm>
            </p:contentPart>
          </mc:Choice>
          <mc:Fallback>
            <p:pic>
              <p:nvPicPr>
                <p:cNvPr id="30" name="Рукописні дані 29">
                  <a:extLst>
                    <a:ext uri="{FF2B5EF4-FFF2-40B4-BE49-F238E27FC236}">
                      <a16:creationId xmlns:a16="http://schemas.microsoft.com/office/drawing/2014/main" id="{D90597DC-1AC7-4752-8735-EDAA86036C6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629950" y="6514740"/>
                  <a:ext cx="1239480" cy="1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2" name="Рукописні дані 31">
                <a:extLst>
                  <a:ext uri="{FF2B5EF4-FFF2-40B4-BE49-F238E27FC236}">
                    <a16:creationId xmlns:a16="http://schemas.microsoft.com/office/drawing/2014/main" id="{429869E7-92D5-4EE3-AC68-B8FF14B355BD}"/>
                  </a:ext>
                </a:extLst>
              </p14:cNvPr>
              <p14:cNvContentPartPr/>
              <p14:nvPr/>
            </p14:nvContentPartPr>
            <p14:xfrm>
              <a:off x="1942950" y="4144860"/>
              <a:ext cx="255960" cy="17640"/>
            </p14:xfrm>
          </p:contentPart>
        </mc:Choice>
        <mc:Fallback>
          <p:pic>
            <p:nvPicPr>
              <p:cNvPr id="32" name="Рукописні дані 31">
                <a:extLst>
                  <a:ext uri="{FF2B5EF4-FFF2-40B4-BE49-F238E27FC236}">
                    <a16:creationId xmlns:a16="http://schemas.microsoft.com/office/drawing/2014/main" id="{429869E7-92D5-4EE3-AC68-B8FF14B355B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33950" y="4136220"/>
                <a:ext cx="27360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3" name="Рукописні дані 32">
                <a:extLst>
                  <a:ext uri="{FF2B5EF4-FFF2-40B4-BE49-F238E27FC236}">
                    <a16:creationId xmlns:a16="http://schemas.microsoft.com/office/drawing/2014/main" id="{ABC05E81-182E-413E-9022-32FB03C96813}"/>
                  </a:ext>
                </a:extLst>
              </p14:cNvPr>
              <p14:cNvContentPartPr/>
              <p14:nvPr/>
            </p14:nvContentPartPr>
            <p14:xfrm>
              <a:off x="1933590" y="3828420"/>
              <a:ext cx="193320" cy="10800"/>
            </p14:xfrm>
          </p:contentPart>
        </mc:Choice>
        <mc:Fallback>
          <p:pic>
            <p:nvPicPr>
              <p:cNvPr id="33" name="Рукописні дані 32">
                <a:extLst>
                  <a:ext uri="{FF2B5EF4-FFF2-40B4-BE49-F238E27FC236}">
                    <a16:creationId xmlns:a16="http://schemas.microsoft.com/office/drawing/2014/main" id="{ABC05E81-182E-413E-9022-32FB03C9681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924590" y="3819780"/>
                <a:ext cx="210960" cy="2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5228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E829E7-DB50-43DE-9B5B-F246EFCE3E1F}"/>
              </a:ext>
            </a:extLst>
          </p:cNvPr>
          <p:cNvSpPr txBox="1"/>
          <p:nvPr/>
        </p:nvSpPr>
        <p:spPr>
          <a:xfrm>
            <a:off x="876300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value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numberf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symbol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02BA-5B97-4692-B26C-EB38F4482194}"/>
              </a:ext>
            </a:extLst>
          </p:cNvPr>
          <p:cNvSpPr txBox="1"/>
          <p:nvPr/>
        </p:nvSpPr>
        <p:spPr>
          <a:xfrm>
            <a:off x="876300" y="3669890"/>
            <a:ext cx="10439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За допомогою саме такого запису, як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uk-UA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можна дізнатись максимальне значення обраного типу даних, або мінімальне. </a:t>
            </a:r>
          </a:p>
        </p:txBody>
      </p:sp>
    </p:spTree>
    <p:extLst>
      <p:ext uri="{BB962C8B-B14F-4D97-AF65-F5344CB8AC3E}">
        <p14:creationId xmlns:p14="http://schemas.microsoft.com/office/powerpoint/2010/main" val="1986080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Суфікси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E4122-7B62-4C93-A89B-BB5701DC264D}"/>
              </a:ext>
            </a:extLst>
          </p:cNvPr>
          <p:cNvSpPr txBox="1"/>
          <p:nvPr/>
        </p:nvSpPr>
        <p:spPr>
          <a:xfrm>
            <a:off x="619125" y="1309147"/>
            <a:ext cx="1078690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присвоєння значень слід пам'ятати таку тонкість: все речові літерали (дрібні числа)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щоб вказати, що дробове число представляє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необхідно до літералу додавати суфікс: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F/f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M/m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F3E529D-EEAF-4E6D-B748-3BFCCE058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2813447"/>
            <a:ext cx="2468625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3.14F;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30.6f;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1005.8M;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334.8m;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D2FEA-E3FE-4276-83A9-B4A89B10C1B6}"/>
              </a:ext>
            </a:extLst>
          </p:cNvPr>
          <p:cNvSpPr txBox="1"/>
          <p:nvPr/>
        </p:nvSpPr>
        <p:spPr>
          <a:xfrm>
            <a:off x="619125" y="3979193"/>
            <a:ext cx="106512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Подібним чином всі цілі літерали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Щоб явним чином вказати, що цілий літерал представляє значення типу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треба використовувати 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U/u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L/l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 для типу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UL/ul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882E93-6623-4136-8EFB-AD2ACE722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5548852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10U;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20L;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30UL;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101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Використання системних типів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1618C-F070-4A9D-BAE0-2240AAB1F02B}"/>
              </a:ext>
            </a:extLst>
          </p:cNvPr>
          <p:cNvSpPr txBox="1"/>
          <p:nvPr/>
        </p:nvSpPr>
        <p:spPr>
          <a:xfrm>
            <a:off x="952500" y="1728878"/>
            <a:ext cx="10763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Вище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перерахуванні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базових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типів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кожного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згадувався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системний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тип.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вбудованого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типу по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скороченим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позначенням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системного типу.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будуть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еквівалентні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за типом: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27611DE-2019-4C9D-8E43-36FB8D948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0" y="3429000"/>
            <a:ext cx="234519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System.Int32 b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455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Неявна типізація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C63A764-B723-45BE-934E-622F626B3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624" y="1295111"/>
            <a:ext cx="1149514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Раніше ми явно вказували тип змінних, наприклад,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x;. І компілятор при запуску вже знав, що x зберігає ціле значення.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Проте ми можемо використати і модель неявної типізації: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1EEF8B3-ADA1-4FB5-99D5-E40BF1C4D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2156885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60A1889-1A1C-46F9-9E7D-E911E765C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2715409"/>
            <a:ext cx="1140407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неявної типізації замість назви типу даних використовується ключове слово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var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Потім вже за компіляції компілятор сам виводить тип даних з присвоєного значення. Так як за умовчанням всі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цілочисленні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значення розглядаються як значення типу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 в результаті змінна c матиме тип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Аналогічно змінній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helloнадається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рядок, тому ця змінна матиме тип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lang="uk-UA" altLang="uk-UA" sz="1600" dirty="0">
                <a:solidFill>
                  <a:srgbClr val="000000"/>
                </a:solidFill>
                <a:cs typeface="Arial" panose="020B0604020202020204" pitchFamily="34" charset="0"/>
              </a:rPr>
              <a:t>.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 змінні подібні до звичайних, проте вони мають деякі обмеження.</a:t>
            </a:r>
            <a:r>
              <a:rPr lang="uk-UA" altLang="uk-UA" sz="1600" dirty="0">
                <a:cs typeface="Arial" panose="020B0604020202020204" pitchFamily="34" charset="0"/>
              </a:rPr>
              <a:t>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По-перше, ми не можемо спочатку оголосити змінну, що неявно типізується, а потім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ініціалізувати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1A32396-4423-420B-8524-D0AF25CCA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4010404"/>
            <a:ext cx="1227250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</a:t>
            </a:r>
            <a:r>
              <a:rPr lang="uk-UA" altLang="uk-UA" sz="14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1BB5A8D-0E53-4EAE-88E4-BFA68E55A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4595179"/>
            <a:ext cx="1203099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По-друге, ми не можемо вказати як значення змінної, що неявно типізується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C30764A1-EA41-496C-9761-8EE645E01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5945823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c=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0E1F8-705D-4890-AB38-ECF152FC3916}"/>
              </a:ext>
            </a:extLst>
          </p:cNvPr>
          <p:cNvSpPr txBox="1"/>
          <p:nvPr/>
        </p:nvSpPr>
        <p:spPr>
          <a:xfrm>
            <a:off x="483624" y="5562889"/>
            <a:ext cx="126688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Оскільки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Групувати 16">
            <a:extLst>
              <a:ext uri="{FF2B5EF4-FFF2-40B4-BE49-F238E27FC236}">
                <a16:creationId xmlns:a16="http://schemas.microsoft.com/office/drawing/2014/main" id="{66F4FC34-DEF9-42EE-8971-833FA281BC60}"/>
              </a:ext>
            </a:extLst>
          </p:cNvPr>
          <p:cNvGrpSpPr/>
          <p:nvPr/>
        </p:nvGrpSpPr>
        <p:grpSpPr>
          <a:xfrm>
            <a:off x="-348810" y="1914300"/>
            <a:ext cx="4742280" cy="527040"/>
            <a:chOff x="-348810" y="1914300"/>
            <a:chExt cx="4742280" cy="52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6" name="Рукописні дані 5">
                  <a:extLst>
                    <a:ext uri="{FF2B5EF4-FFF2-40B4-BE49-F238E27FC236}">
                      <a16:creationId xmlns:a16="http://schemas.microsoft.com/office/drawing/2014/main" id="{93202D07-71B5-48ED-85DE-B18257C6BFCA}"/>
                    </a:ext>
                  </a:extLst>
                </p14:cNvPr>
                <p14:cNvContentPartPr/>
                <p14:nvPr/>
              </p14:nvContentPartPr>
              <p14:xfrm>
                <a:off x="1019190" y="2354580"/>
                <a:ext cx="442440" cy="36360"/>
              </p14:xfrm>
            </p:contentPart>
          </mc:Choice>
          <mc:Fallback>
            <p:pic>
              <p:nvPicPr>
                <p:cNvPr id="6" name="Рукописні дані 5">
                  <a:extLst>
                    <a:ext uri="{FF2B5EF4-FFF2-40B4-BE49-F238E27FC236}">
                      <a16:creationId xmlns:a16="http://schemas.microsoft.com/office/drawing/2014/main" id="{93202D07-71B5-48ED-85DE-B18257C6BFC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0190" y="2345580"/>
                  <a:ext cx="4600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Рукописні дані 8">
                  <a:extLst>
                    <a:ext uri="{FF2B5EF4-FFF2-40B4-BE49-F238E27FC236}">
                      <a16:creationId xmlns:a16="http://schemas.microsoft.com/office/drawing/2014/main" id="{0D3BAFE1-17C9-4754-838A-C3F267EEBE6C}"/>
                    </a:ext>
                  </a:extLst>
                </p14:cNvPr>
                <p14:cNvContentPartPr/>
                <p14:nvPr/>
              </p14:nvContentPartPr>
              <p14:xfrm>
                <a:off x="1828470" y="2333340"/>
                <a:ext cx="2432880" cy="106560"/>
              </p14:xfrm>
            </p:contentPart>
          </mc:Choice>
          <mc:Fallback>
            <p:pic>
              <p:nvPicPr>
                <p:cNvPr id="9" name="Рукописні дані 8">
                  <a:extLst>
                    <a:ext uri="{FF2B5EF4-FFF2-40B4-BE49-F238E27FC236}">
                      <a16:creationId xmlns:a16="http://schemas.microsoft.com/office/drawing/2014/main" id="{0D3BAFE1-17C9-4754-838A-C3F267EEBE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19830" y="2324340"/>
                  <a:ext cx="2450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89E1507-D723-40FF-813A-9B6B74B6398A}"/>
                    </a:ext>
                  </a:extLst>
                </p14:cNvPr>
                <p14:cNvContentPartPr/>
                <p14:nvPr/>
              </p14:nvContentPartPr>
              <p14:xfrm>
                <a:off x="3581310" y="2222100"/>
                <a:ext cx="812160" cy="26280"/>
              </p14:xfrm>
            </p:contentPart>
          </mc:Choice>
          <mc:Fallback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89E1507-D723-40FF-813A-9B6B74B6398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72670" y="2213100"/>
                  <a:ext cx="8298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03B25E93-0F42-47BB-A458-B75C9025A8B0}"/>
                    </a:ext>
                  </a:extLst>
                </p14:cNvPr>
                <p14:cNvContentPartPr/>
                <p14:nvPr/>
              </p14:nvContentPartPr>
              <p14:xfrm>
                <a:off x="3476550" y="2154780"/>
                <a:ext cx="522720" cy="286560"/>
              </p14:xfrm>
            </p:contentPart>
          </mc:Choice>
          <mc:Fallback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03B25E93-0F42-47BB-A458-B75C9025A8B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67550" y="2146140"/>
                  <a:ext cx="540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60127930-6FCC-4AA0-BA45-21463D186985}"/>
                    </a:ext>
                  </a:extLst>
                </p14:cNvPr>
                <p14:cNvContentPartPr/>
                <p14:nvPr/>
              </p14:nvContentPartPr>
              <p14:xfrm>
                <a:off x="-348810" y="1914300"/>
                <a:ext cx="3968640" cy="477360"/>
              </p14:xfrm>
            </p:contentPart>
          </mc:Choice>
          <mc:Fallback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60127930-6FCC-4AA0-BA45-21463D18698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-357810" y="1905300"/>
                  <a:ext cx="3986280" cy="49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347991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DF10D9-E04B-455C-A51A-7CBCBE93AEAA}"/>
              </a:ext>
            </a:extLst>
          </p:cNvPr>
          <p:cNvSpPr txBox="1"/>
          <p:nvPr/>
        </p:nvSpPr>
        <p:spPr>
          <a:xfrm>
            <a:off x="600074" y="1361986"/>
            <a:ext cx="112109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виведення інформації на консоль ми вже використовували вбудований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Тобто, якщо ми хочемо вивести деяку інформацію на консоль, нам треба передати її в метод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7E866A3-FF50-4ECD-857C-B29280D57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2501363"/>
            <a:ext cx="11134724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(24.5);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0EC2F8-0467-4C30-A758-88A6C19BC8BA}"/>
              </a:ext>
            </a:extLst>
          </p:cNvPr>
          <p:cNvSpPr txBox="1"/>
          <p:nvPr/>
        </p:nvSpPr>
        <p:spPr>
          <a:xfrm>
            <a:off x="600074" y="4044484"/>
            <a:ext cx="6396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Консольний висновок: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9344364-EE8F-42CF-87D7-3313B6DB5A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4448579"/>
            <a:ext cx="1858201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 C#!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 24,5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16C214DD-2EAE-4036-ABD5-DAE84E4B9085}"/>
                  </a:ext>
                </a:extLst>
              </p14:cNvPr>
              <p14:cNvContentPartPr/>
              <p14:nvPr/>
            </p14:nvContentPartPr>
            <p14:xfrm>
              <a:off x="542910" y="3028860"/>
              <a:ext cx="3753000" cy="1245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16C214DD-2EAE-4036-ABD5-DAE84E4B908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4270" y="3020220"/>
                <a:ext cx="3770640" cy="14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6358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3DAFF-F918-4003-8219-1D34F99AF69C}"/>
              </a:ext>
            </a:extLst>
          </p:cNvPr>
          <p:cNvSpPr txBox="1"/>
          <p:nvPr/>
        </p:nvSpPr>
        <p:spPr>
          <a:xfrm>
            <a:off x="561974" y="1403832"/>
            <a:ext cx="111156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Нерідко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виникає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необхідність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в одному рядку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прийом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називається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інтерполяцією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47E3FE-5DC7-4C22-BB72-C5420F2CE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" y="2543424"/>
            <a:ext cx="802303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AEC11AB-BCF4-483A-8FBF-1A81ED35A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3621732"/>
            <a:ext cx="1111567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вбудовування окремих значень у рядок, що виводиться на консоль, використовуються фігурні дужки, в які полягає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вбудовуване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значення {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}.{4 + 7}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виведенні на консоль замість поміщених у фігурні дужки виразів виводитимуться їх значення: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468A21ED-258C-4B90-8BAE-441CA6794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5654147"/>
            <a:ext cx="1229824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34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43F99A99-8D86-449A-A0B8-0595E89A44D2}"/>
                  </a:ext>
                </a:extLst>
              </p14:cNvPr>
              <p14:cNvContentPartPr/>
              <p14:nvPr/>
            </p14:nvContentPartPr>
            <p14:xfrm>
              <a:off x="2752950" y="3523500"/>
              <a:ext cx="293760" cy="489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43F99A99-8D86-449A-A0B8-0595E89A44D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4310" y="3514500"/>
                <a:ext cx="31140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і дані 5">
                <a:extLst>
                  <a:ext uri="{FF2B5EF4-FFF2-40B4-BE49-F238E27FC236}">
                    <a16:creationId xmlns:a16="http://schemas.microsoft.com/office/drawing/2014/main" id="{DC71E458-A56D-477C-BC9B-F80CBA44D175}"/>
                  </a:ext>
                </a:extLst>
              </p14:cNvPr>
              <p14:cNvContentPartPr/>
              <p14:nvPr/>
            </p14:nvContentPartPr>
            <p14:xfrm>
              <a:off x="4184670" y="2961900"/>
              <a:ext cx="263880" cy="332640"/>
            </p14:xfrm>
          </p:contentPart>
        </mc:Choice>
        <mc:Fallback>
          <p:pic>
            <p:nvPicPr>
              <p:cNvPr id="6" name="Рукописні дані 5">
                <a:extLst>
                  <a:ext uri="{FF2B5EF4-FFF2-40B4-BE49-F238E27FC236}">
                    <a16:creationId xmlns:a16="http://schemas.microsoft.com/office/drawing/2014/main" id="{DC71E458-A56D-477C-BC9B-F80CBA44D17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75670" y="2953260"/>
                <a:ext cx="281520" cy="35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E05573E6-5A8C-438F-A948-F2DD668B8B42}"/>
                  </a:ext>
                </a:extLst>
              </p14:cNvPr>
              <p14:cNvContentPartPr/>
              <p14:nvPr/>
            </p14:nvContentPartPr>
            <p14:xfrm>
              <a:off x="123510" y="2532060"/>
              <a:ext cx="681480" cy="1002240"/>
            </p14:xfrm>
          </p:contentPart>
        </mc:Choice>
        <mc:Fallback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E05573E6-5A8C-438F-A948-F2DD668B8B4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4510" y="2523060"/>
                <a:ext cx="699120" cy="101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61209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C239EB-A06D-444B-BD06-A6F97A6A62C2}"/>
              </a:ext>
            </a:extLst>
          </p:cNvPr>
          <p:cNvSpPr txBox="1"/>
          <p:nvPr/>
        </p:nvSpPr>
        <p:spPr>
          <a:xfrm>
            <a:off x="546611" y="1335793"/>
            <a:ext cx="8784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спосіб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8BDD27A0-D394-4CB0-9874-2A367448C6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013" y="2152573"/>
            <a:ext cx="901048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Ім’я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{0}  Вік: {2}  Зріст: {1}м"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6109EE4E-E73F-419C-81AA-1EE7ADF4E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611" y="3061852"/>
            <a:ext cx="1116360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Тут бачимо, що рядок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Console.WriteLineмістить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деякі числа у фігурних дужках: {0}, {1}, {2}. Це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плейсхолдери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замість яких під час виведення рядка на консоль будуть підставлятися деякі значення. Значення, що підставляються, вказуються після рядка через кому.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цьому важливий порядок подібних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плейсхолдерів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Наприклад, в даному випадку після рядка першої вказана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і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E4B56E-5DB4-475A-9536-3592C87876A2}"/>
              </a:ext>
            </a:extLst>
          </p:cNvPr>
          <p:cNvSpPr txBox="1"/>
          <p:nvPr/>
        </p:nvSpPr>
        <p:spPr>
          <a:xfrm>
            <a:off x="644013" y="5362984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{0}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{2}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{1}м"</a:t>
            </a:r>
            <a:endParaRPr lang="uk-UA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522BD-AA2B-4C02-B131-5E1908F545BD}"/>
              </a:ext>
            </a:extLst>
          </p:cNvPr>
          <p:cNvSpPr txBox="1"/>
          <p:nvPr/>
        </p:nvSpPr>
        <p:spPr>
          <a:xfrm>
            <a:off x="1088001" y="5814111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буде замінено на</a:t>
            </a:r>
            <a:endParaRPr lang="uk-UA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615A3-618C-459E-BE0A-72ADFDB13C2F}"/>
              </a:ext>
            </a:extLst>
          </p:cNvPr>
          <p:cNvSpPr txBox="1"/>
          <p:nvPr/>
        </p:nvSpPr>
        <p:spPr>
          <a:xfrm>
            <a:off x="644013" y="6265238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Tom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34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1,7м"</a:t>
            </a:r>
            <a:endParaRPr lang="uk-UA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9A631AB7-8DEC-471C-9850-AA1584DA1E81}"/>
                  </a:ext>
                </a:extLst>
              </p14:cNvPr>
              <p14:cNvContentPartPr/>
              <p14:nvPr/>
            </p14:nvContentPartPr>
            <p14:xfrm>
              <a:off x="3981270" y="961740"/>
              <a:ext cx="360" cy="3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9A631AB7-8DEC-471C-9850-AA1584DA1E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72630" y="95274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1626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виведення.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-apple-system"/>
              </a:rPr>
              <a:t>Console.Write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8A5534C-4D99-4059-B97A-98C2EA6F1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90097"/>
            <a:ext cx="11353800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Крім того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()можна використовувати метод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він працює так само за тим винятком, що не додає перехід на наступний рядок, тобто наступний консольний висновок буде виводитися на тому ж рядку.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E085122-4720-42F9-9446-A3F491AB5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2993924"/>
            <a:ext cx="840935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965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FFE07D-F3A4-4729-8779-151FA912BDBD}"/>
              </a:ext>
            </a:extLst>
          </p:cNvPr>
          <p:cNvSpPr txBox="1"/>
          <p:nvPr/>
        </p:nvSpPr>
        <p:spPr>
          <a:xfrm>
            <a:off x="570271" y="1357783"/>
            <a:ext cx="110514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Окрім виведення інформації на консоль, ми можемо отримувати інформацію з консолі. Для цього призначений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Він дозволяє отримати введений рядок.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D4E7EC6-5BF5-4870-A85C-67EB02241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2607442"/>
            <a:ext cx="4443524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Console.Write(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"Введите свое имя: 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name = Console.ReadLine();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"Привет {name}"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A2107-CDCE-43C2-A3E4-82D1340D50D9}"/>
              </a:ext>
            </a:extLst>
          </p:cNvPr>
          <p:cNvSpPr txBox="1"/>
          <p:nvPr/>
        </p:nvSpPr>
        <p:spPr>
          <a:xfrm>
            <a:off x="570271" y="3462725"/>
            <a:ext cx="110514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 разі все, що вводить користувач, з допомогою методу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передається змінну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0F4205-B2ED-4DE8-87CB-DF5CCCECB85D}"/>
              </a:ext>
            </a:extLst>
          </p:cNvPr>
          <p:cNvSpPr txBox="1"/>
          <p:nvPr/>
        </p:nvSpPr>
        <p:spPr>
          <a:xfrm>
            <a:off x="570271" y="4343054"/>
            <a:ext cx="647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роботи програми: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9AF97A02-7085-4B93-8D46-F09B449A9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4854051"/>
            <a:ext cx="2323072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своє 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Том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3DF96B9E-B304-4050-9A9C-32BA713B0140}"/>
                  </a:ext>
                </a:extLst>
              </p14:cNvPr>
              <p14:cNvContentPartPr/>
              <p14:nvPr/>
            </p14:nvContentPartPr>
            <p14:xfrm>
              <a:off x="1428510" y="3057300"/>
              <a:ext cx="135360" cy="3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3DF96B9E-B304-4050-9A9C-32BA713B01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9870" y="3048660"/>
                <a:ext cx="153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05925E8B-5A06-4D50-A9DA-2894DEE375D6}"/>
                  </a:ext>
                </a:extLst>
              </p14:cNvPr>
              <p14:cNvContentPartPr/>
              <p14:nvPr/>
            </p14:nvContentPartPr>
            <p14:xfrm>
              <a:off x="3524070" y="3057300"/>
              <a:ext cx="1299600" cy="3924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05925E8B-5A06-4D50-A9DA-2894DEE375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5430" y="3048660"/>
                <a:ext cx="1317240" cy="5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10474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0B954DB-6839-44C0-AD13-03D4958FF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05819"/>
            <a:ext cx="11353800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Особливістю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()є те, що він може вважати інформацію з консолі лише у вигляді рядка. Крім того, можлива ситуація, коли для методу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не виявиться доступних для зчитування рядків, тобто коли йому нема чого зчитувати, він повертає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тобто, грубо кажучи, фактично відсутність значення. І щоб відобразити цю ситуацію ми визначаємо змінну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в яку отримуємо введення з консолі, як змінну типу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. Тут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stringвказує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що змінна може зберігати значення типу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тобто рядки. А знак питання 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показує, що змінна також може зберігати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 насправді не мати ніякого значення. Далі ми детальніше розберемо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nullі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як з ним працювати.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9D210D42-0E95-4B1E-AAD1-67E1670B2055}"/>
                  </a:ext>
                </a:extLst>
              </p14:cNvPr>
              <p14:cNvContentPartPr/>
              <p14:nvPr/>
            </p14:nvContentPartPr>
            <p14:xfrm>
              <a:off x="3657270" y="3962340"/>
              <a:ext cx="543960" cy="1008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9D210D42-0E95-4B1E-AAD1-67E1670B20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8630" y="3953340"/>
                <a:ext cx="561600" cy="2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07331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75A147-A935-4BC4-BE9A-A3E6CCF95EB6}"/>
              </a:ext>
            </a:extLst>
          </p:cNvPr>
          <p:cNvSpPr txBox="1"/>
          <p:nvPr/>
        </p:nvSpPr>
        <p:spPr>
          <a:xfrm>
            <a:off x="676275" y="1563588"/>
            <a:ext cx="108585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Однак, може виникнути питання, як нам бути, якщо, припустимо, ми хочемо ввести вік у змінну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іншу інформацію у змінні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чи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decimal?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 замовчуванням платформа .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надає низку методів, які дозволяють конвертувати різні значення до типів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int, 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Деякі з цих методів: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Convert.ToInt32()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Convert.ToDouble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Convert.ToDecimal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DA7A0827-408F-4413-ADA8-54AC10D17EA5}"/>
                  </a:ext>
                </a:extLst>
              </p14:cNvPr>
              <p14:cNvContentPartPr/>
              <p14:nvPr/>
            </p14:nvContentPartPr>
            <p14:xfrm>
              <a:off x="799950" y="3771180"/>
              <a:ext cx="2593080" cy="4932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DA7A0827-408F-4413-ADA8-54AC10D17EA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0950" y="3762180"/>
                <a:ext cx="2610720" cy="6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5656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2034F4-8579-4FCD-9CAE-A52D54807202}"/>
              </a:ext>
            </a:extLst>
          </p:cNvPr>
          <p:cNvSpPr txBox="1"/>
          <p:nvPr/>
        </p:nvSpPr>
        <p:spPr>
          <a:xfrm>
            <a:off x="638175" y="13213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введення значень: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12D9FC8-2A50-41F2-86A2-7049FED69D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1809751"/>
            <a:ext cx="12573000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м’я: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вік: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Convert.ToInt32(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зріст: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розмір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  Зарплата: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}$"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9C8C9AB0-D229-4C33-AB7B-2B87611C5003}"/>
                  </a:ext>
                </a:extLst>
              </p14:cNvPr>
              <p14:cNvContentPartPr/>
              <p14:nvPr/>
            </p14:nvContentPartPr>
            <p14:xfrm>
              <a:off x="1466610" y="2297340"/>
              <a:ext cx="105480" cy="1764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9C8C9AB0-D229-4C33-AB7B-2B87611C500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970" y="2288340"/>
                <a:ext cx="123120" cy="3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95223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B21ADB-400C-4C89-92CE-8022FA205CBE}"/>
              </a:ext>
            </a:extLst>
          </p:cNvPr>
          <p:cNvSpPr txBox="1"/>
          <p:nvPr/>
        </p:nvSpPr>
        <p:spPr>
          <a:xfrm>
            <a:off x="838200" y="1518880"/>
            <a:ext cx="10515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важливо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враховувати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операційну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систему. В одних культурах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між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дробовою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точка (США,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Великобританія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...), в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 кома (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Німеччина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ОС -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українською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вводити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числа з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коми.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локалізація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англомовна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значить,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час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буде точка.</a:t>
            </a:r>
          </a:p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6FD2272-8120-462F-BCBC-083A4DA0F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925" y="4473128"/>
            <a:ext cx="2601994" cy="15696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зростання: 1,75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розмір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300,67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1,75м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Зарплата: 300,67$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857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радіус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 (тип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), 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потім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обчислює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площу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довжину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радіус: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radius = </a:t>
            </a:r>
            <a:r>
              <a:rPr lang="fr-FR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Формули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для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площі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кола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area =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 * radius;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2 * 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area: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радіус: 2.5</a:t>
            </a:r>
          </a:p>
          <a:p>
            <a:r>
              <a:rPr lang="uk-UA" dirty="0"/>
              <a:t>Площа кола: 19.63</a:t>
            </a:r>
          </a:p>
          <a:p>
            <a:r>
              <a:rPr lang="uk-UA" dirty="0"/>
              <a:t>Довжина кола: 15.71</a:t>
            </a:r>
          </a:p>
        </p:txBody>
      </p:sp>
    </p:spTree>
    <p:extLst>
      <p:ext uri="{BB962C8B-B14F-4D97-AF65-F5344CB8AC3E}">
        <p14:creationId xmlns:p14="http://schemas.microsoft.com/office/powerpoint/2010/main" val="7568678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ціле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число і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виводить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його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наступне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попереднє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число: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Обчислимо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значення</a:t>
            </a:r>
            <a:endParaRPr lang="ru-RU" sz="1800" dirty="0">
              <a:solidFill>
                <a:srgbClr val="008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previous = number - 1;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next = number + 1;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число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{previous}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 число: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next}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Введи число: 10</a:t>
            </a:r>
          </a:p>
          <a:p>
            <a:r>
              <a:rPr lang="ru-RU" dirty="0" err="1"/>
              <a:t>Попереднє</a:t>
            </a:r>
            <a:r>
              <a:rPr lang="ru-RU" dirty="0"/>
              <a:t> число: 9</a:t>
            </a:r>
          </a:p>
          <a:p>
            <a:r>
              <a:rPr lang="ru-RU" dirty="0" err="1"/>
              <a:t>Наступне</a:t>
            </a:r>
            <a:r>
              <a:rPr lang="ru-RU" dirty="0"/>
              <a:t> число: 11</a:t>
            </a:r>
          </a:p>
        </p:txBody>
      </p:sp>
    </p:spTree>
    <p:extLst>
      <p:ext uri="{BB962C8B-B14F-4D97-AF65-F5344CB8AC3E}">
        <p14:creationId xmlns:p14="http://schemas.microsoft.com/office/powerpoint/2010/main" val="36827003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10036</TotalTime>
  <Words>3717</Words>
  <Application>Microsoft Office PowerPoint</Application>
  <PresentationFormat>Широкий екран</PresentationFormat>
  <Paragraphs>381</Paragraphs>
  <Slides>41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41</vt:i4>
      </vt:variant>
    </vt:vector>
  </HeadingPairs>
  <TitlesOfParts>
    <vt:vector size="52" baseType="lpstr">
      <vt:lpstr>-apple-system</vt:lpstr>
      <vt:lpstr>Aptos</vt:lpstr>
      <vt:lpstr>Arial</vt:lpstr>
      <vt:lpstr>Calibri</vt:lpstr>
      <vt:lpstr>Calibri Light</vt:lpstr>
      <vt:lpstr>Cascadia Code</vt:lpstr>
      <vt:lpstr>Cascadia Mono</vt:lpstr>
      <vt:lpstr>Comfortaa</vt:lpstr>
      <vt:lpstr>Courier New</vt:lpstr>
      <vt:lpstr>SFMono-Regular</vt:lpstr>
      <vt:lpstr>Тема Office</vt:lpstr>
      <vt:lpstr>Презентація PowerPoint</vt:lpstr>
      <vt:lpstr>Створення проекту у Visual Studio</vt:lpstr>
      <vt:lpstr>Як додати бібліотеки? Install more tools…</vt:lpstr>
      <vt:lpstr>Як додати бібліотеки? Install more tools… </vt:lpstr>
      <vt:lpstr>Створення проекту у Visual Studio</vt:lpstr>
      <vt:lpstr>Створення проекту у Visual Studio</vt:lpstr>
      <vt:lpstr>Створення проекту у Visual Studio</vt:lpstr>
      <vt:lpstr>Виконання програми</vt:lpstr>
      <vt:lpstr>Виконання програми</vt:lpstr>
      <vt:lpstr>Інструкції</vt:lpstr>
      <vt:lpstr>Інструкції</vt:lpstr>
      <vt:lpstr>Інструкції</vt:lpstr>
      <vt:lpstr>Регістрозалежність</vt:lpstr>
      <vt:lpstr>Коментарі</vt:lpstr>
      <vt:lpstr>Файл проекту</vt:lpstr>
      <vt:lpstr>Файл проекту</vt:lpstr>
      <vt:lpstr>Файл проекту</vt:lpstr>
      <vt:lpstr>Зміні</vt:lpstr>
      <vt:lpstr>Зміні</vt:lpstr>
      <vt:lpstr>Зміні</vt:lpstr>
      <vt:lpstr>Зміні</vt:lpstr>
      <vt:lpstr>Зміні</vt:lpstr>
      <vt:lpstr>Константи</vt:lpstr>
      <vt:lpstr>Константи</vt:lpstr>
      <vt:lpstr>Типи даних</vt:lpstr>
      <vt:lpstr>Типи даних. Приклади</vt:lpstr>
      <vt:lpstr>Типи даних. Приклади</vt:lpstr>
      <vt:lpstr>Типи даних. Суфікси</vt:lpstr>
      <vt:lpstr>Типи даних. Використання системних типів</vt:lpstr>
      <vt:lpstr>Типи даних. Неявна типізація</vt:lpstr>
      <vt:lpstr>Консольне виведення</vt:lpstr>
      <vt:lpstr>Консольне виведення</vt:lpstr>
      <vt:lpstr>Консольне виведення</vt:lpstr>
      <vt:lpstr>Консольне виведення. Console.Write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Приклад 1. </vt:lpstr>
      <vt:lpstr>Приклад 2.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72</cp:revision>
  <dcterms:created xsi:type="dcterms:W3CDTF">2024-06-01T09:56:10Z</dcterms:created>
  <dcterms:modified xsi:type="dcterms:W3CDTF">2025-07-17T16:38:10Z</dcterms:modified>
</cp:coreProperties>
</file>