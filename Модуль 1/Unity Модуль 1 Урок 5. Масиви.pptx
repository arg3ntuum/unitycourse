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ink/ink1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2.xml" ContentType="application/inkml+xml"/>
  <Override PartName="/ppt/notesSlides/notesSlide4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notesSlides/notesSlide5.xml" ContentType="application/vnd.openxmlformats-officedocument.presentationml.notesSlide+xml"/>
  <Override PartName="/ppt/ink/ink10.xml" ContentType="application/inkml+xml"/>
  <Override PartName="/ppt/notesSlides/notesSlide6.xml" ContentType="application/vnd.openxmlformats-officedocument.presentationml.notesSlide+xml"/>
  <Override PartName="/ppt/ink/ink11.xml" ContentType="application/inkml+xml"/>
  <Override PartName="/ppt/notesSlides/notesSlide7.xml" ContentType="application/vnd.openxmlformats-officedocument.presentationml.notesSlide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notesSlides/notesSlide8.xml" ContentType="application/vnd.openxmlformats-officedocument.presentationml.notesSlide+xml"/>
  <Override PartName="/ppt/ink/ink16.xml" ContentType="application/inkml+xml"/>
  <Override PartName="/ppt/ink/ink17.xml" ContentType="application/inkml+xml"/>
  <Override PartName="/ppt/notesSlides/notesSlide9.xml" ContentType="application/vnd.openxmlformats-officedocument.presentationml.notesSlide+xml"/>
  <Override PartName="/ppt/ink/ink18.xml" ContentType="application/inkml+xml"/>
  <Override PartName="/ppt/ink/ink19.xml" ContentType="application/inkml+xml"/>
  <Override PartName="/ppt/notesSlides/notesSlide10.xml" ContentType="application/vnd.openxmlformats-officedocument.presentationml.notesSlide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3" r:id="rId15"/>
    <p:sldId id="285" r:id="rId16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Помірний стиль 2 –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із теми 1 –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Стиль із теми 1 – акцент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Помір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28" autoAdjust="0"/>
    <p:restoredTop sz="94660"/>
  </p:normalViewPr>
  <p:slideViewPr>
    <p:cSldViewPr snapToGrid="0">
      <p:cViewPr varScale="1">
        <p:scale>
          <a:sx n="80" d="100"/>
          <a:sy n="80" d="100"/>
        </p:scale>
        <p:origin x="53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07:21.038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0"/>
      <inkml:brushProperty name="anchorY" value="0"/>
      <inkml:brushProperty name="scaleFactor" value="0.5"/>
    </inkml:brush>
  </inkml:definitions>
  <inkml:trace contextRef="#ctx0" brushRef="#br0">1 1,'0'0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17:48.040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-22758.91211"/>
      <inkml:brushProperty name="anchorY" value="-29294.3125"/>
      <inkml:brushProperty name="scaleFactor" value="0.5"/>
    </inkml:brush>
  </inkml:definitions>
  <inkml:trace contextRef="#ctx0" brushRef="#br0">0 353,'0'0,"0"-5,5-1,11 1,6 0,4 2,2 1,12 1,0 1,0 0,2 0,2 0,-2 0,8 0,1 1,2-1,-4 0,0 0,0 0,1 0,-5-6,1 1,-5 0,-3 0,-5 2,3-9,-3 0,-1 0,-1-2,3 3,-1-4,5 3,3-3,5 3,-2-8,1-3,2 3,-3-1,1 4,-4-1,-4 4,-3 4,2-7,-3 2,-5 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18:33.213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0"/>
      <inkml:brushProperty name="anchorY" value="0"/>
      <inkml:brushProperty name="scaleFactor" value="0.5"/>
    </inkml:brush>
  </inkml:definitions>
  <inkml:trace contextRef="#ctx0" brushRef="#br0">1 134,'0'0,"4"0,8 0,9 0,10 0,9 0,12 0,4 0,-2 0,4 0,11 0,-1 0,5 0,2 0,2 0,7 0,1 0,0 0,5-5,-7-1,4 0,-7 2,-1-10,-7 1,-6 1,-4 3,-11 2,-1 3,-8 2,-5-4,-5 1,2 0,-1 1,-2 2,-1 0,4 1,-1 1,0 0,-2 0,3 0,0 1,-1-1,-2 0,4 0,-2 0,0 0,-2 0,-7-5,4-1,0 1,-1 0,1 2,5 1,-1 1,1 1,-2 0,4 0,-1 0,-1 0,-2 0,4 1,-1-1,-2 0,0 0,2 0,0 0,-1 0,-2 0,-7 0,-6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18:58.444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-11194.03711"/>
      <inkml:brushProperty name="anchorY" value="-9025.62305"/>
      <inkml:brushProperty name="scaleFactor" value="0.5"/>
    </inkml:brush>
  </inkml:definitions>
  <inkml:trace contextRef="#ctx0" brushRef="#br0">5661 923,'0'0,"-5"0,-12 0,-15 0,-10 0,-18 0,-5 0,-13 0,-9 0,3 0,-1 0,-3 0,-9 0,-11 0,-8 0,-8 5,-10 11,-9 5,-7 5,-15 3,-9-6,-13 6,-4 0,-7 0,0-1,-4-5,-8 5,3-1,-2-5,4 1,11-6,4 0,10-4,13-3,11-4,10-3,13-2,15 0,14-2,21 0,8 1,16-1,11 1,10-1,2 1,-2 0,2 0,-3 0,2 0,1 0,4 0,6-5,25 3,-1 2,1-1,-1 0,0 0,1-1,0 1,-1 0,1 0,0-1,-3-2,-7-17,13 21,-2-2,0 1,1 0,-1-1,0 1,0 0,1-1,-1 1,1 0,-1 0,1-1,0 1,-1 0,1 0,1-2,18-25,7-6,14-2,7-4,15-5,4-3,5 3,-2-1,3 3,6 0,2-2,7-2,5-8,6-1,-2-6,2-1,1-4,-8 2,-4-4,-10 9,-3 2,-12 4,-11 6,-4 7,-13 6,-16 9,-19 25,0 1,0-1,1 0,-1 1,0-1,0 0,0 1,0-1,1 0,-1 1,0-1,0 0,0 1,0-1,0 0,-1 1,1-1,0 0,0 1,0-1,-1 0,1 1,0-1,-1-1,0 2,0 0,0-1,0 0,0 1,1-1,-1 1,-1 0,1-1,0 1,0 0,0 0,0-1,0 1,0 0,0 0,0 0,-1 0,-33 11,-15 15,-6 6,-15 14,-1 5,-9 10,-8 12,-6 0,0 9,2-9,9-10,-2 0,-3-5,-4 3,1-1,2 3,7-5,4-8,13-2,11-6,5-11,15-4,5-8,20-7,10-12,0 1,0-1,0 0,1 0,-1 1,0-1,0 0,0 1,0-1,0 0,1 0,-1 1,0-1,0 0,0 0,1 1,-1-1,0 0,0 0,1 0,-1 0,0 1,0-1,1 0,-1 0,0 0,1 0,-1 0,0 0,1 0,-1 0,0 0,0 0,1 0,35 8,24-2,9-1,15-2,13 10,13-1,15 4,18-1,10-4,7 3,14-4,1-1,-1-4,-2 4,6-2,-3-2,-2 0,-9-2,-15-2,-14 0,-11-1,-25 0,-23-1,-67 3,0-1,0 1,16 4,5 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19:13.384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-12095.33691"/>
      <inkml:brushProperty name="anchorY" value="-20176.0293"/>
      <inkml:brushProperty name="scaleFactor" value="0.5"/>
    </inkml:brush>
  </inkml:definitions>
  <inkml:trace contextRef="#ctx0" brushRef="#br0">853 617,'0'0,"0"5,0 6,0 15,0 11,0 14,0 5,0 14,0 1,0 9,0 8,0-4,0 5,0 4,0-7,0-1,0-9,0-2,0-11,0-10,0-5,0-7,0-16,0-15,0-14,0-26,0-14,-11-15,-5-4,-6-13,-13-9,-9-14,-10-12,-5-14,-7-12,-4-16,-10-7,-9-3,4-2,1-5,6 6,18 34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19:13.517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-10227.05078"/>
      <inkml:brushProperty name="anchorY" value="-18543.67188"/>
      <inkml:brushProperty name="scaleFactor" value="0.5"/>
    </inkml:brush>
  </inkml:definitions>
  <inkml:trace contextRef="#ctx0" brushRef="#br0">0 1,'0'0,"0"4,0 8,5 14,6 6,0 8,4 11,9 4,3 8,2 0,1 11,-6-13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19:14.109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-11418.83594"/>
      <inkml:brushProperty name="anchorY" value="-20040.90625"/>
      <inkml:brushProperty name="scaleFactor" value="0.5"/>
    </inkml:brush>
  </inkml:definitions>
  <inkml:trace contextRef="#ctx0" brushRef="#br0">0 1,'0'0,"0"9,5 9,1 9,-1 9,5 12,-2 12,10 2,4 13,3 8,-3-1,1 6,5 5,1 4,1-7,-6-3,0-8,4-4,-5-11,1-11,-6-10,-5-2,-4-17,-4-13,-4-24,0-17,-2-18,0-9,0-9,0-1,1-9,-1 2,1-2,0 4,0 0,0 4,5-1,1 9,5 8,-1 4,-1 7,8 10,3 4,4 9,-23 19,0-1,0-1,1 1,-1-1,0 1,1 0,-1-1,1 1,-1 0,0 0,1 0,-1 0,3 1,18 9,-5 9,6 16,-4 4,2 1,-5 9,2-3,-5 3,-2 0,0-3,-2-5,-2-5,-2 1,9-2,-2-2,5-8,2-7,-19-19,1 2,0-1,0 0,0 1,0-1,0 0,0 0,-1 1,1-1,0 0,0 0,0 0,0 0,0 0,0 0,0 0,1-1,0 0,0 0,0 0,-1 0,1 0,-1 0,1 0,-1-1,1 1,-1 0,2-3,22-31,-2-1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19:14.550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-13291.37988"/>
      <inkml:brushProperty name="anchorY" value="-21857.58203"/>
      <inkml:brushProperty name="scaleFactor" value="0.5"/>
    </inkml:brush>
  </inkml:definitions>
  <inkml:trace contextRef="#ctx0" brushRef="#br0">445 0,'0'0,"0"5,0 12,5 10,1 20,5 8,-1 17,-2 6,9-1,4 7,3 5,-3 1,0 4,7 4,1 3,1-3,-1 1,5-15,-5-3,-1-16,-7-11,-7-6,1-14,-5-4,3-11,7-6,4-7,-2-8,-5-8,-4-8,-5-14,-9-5,-8-6,-23-15,-11-14,-14-2,-10-5,-13-6,-9 4,2-5,-4 6,1 1,8 12,12 0,9 11,16 8,9 14,13 6,14 9,10 18,-1 1,0-1,0 1,0-1,0 1,0 0,0-1,0 1,1-1,-1 1,0-1,0 1,1-1,-1 1,0 0,0-1,1 1,-1-1,1 1,-1 0,0 0,1-1,-1 1,1 0,-1 0,0-1,2 1,33-17,23 4,10 2,14 3,15 3,12 3,-15 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19:37.648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1 28,'205'-13,"-15"0,423 12,-281 2,-297-1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08T19:00:26.344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1 0,'0'0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19:54.514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-21124.2207"/>
      <inkml:brushProperty name="anchorY" value="-35881.80859"/>
      <inkml:brushProperty name="scaleFactor" value="0.5"/>
    </inkml:brush>
  </inkml:definitions>
  <inkml:trace contextRef="#ctx0" brushRef="#br0">1 255,'0'0,"4"0,8 0,4 0,10 0,3 0,2 0,1 0,4 0,-1 0,-1 5,8 1,5-1,8 5,9-2,11 0,10 2,10-1,-6-1,5-3,2-1,8-2,8-2,8 0,11 11,4 0,2-1,1-1,0-3,-3-2,0-2,-1-1,-7 0,-10-2,-12 1,-15-1,-8 1,-15-6,-3 1,-11-6,-8 1,-8-4,0 2,-3-9,-3 3,9-2,-1 3,-1-1,8 4,-2 4,-3-2,-4-8,2 1,-3 4,-3 3,-7-1,-2 3,4 2,0 3,0 2,1 2,4 1,-5-5,-1 0,-1 0,-1 1,6 1,5-4,1 1,4 0,-2 1,-2 2,-3 2,-8-11,3 1,-2 0,-4 2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20:05.644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-39062.28516"/>
      <inkml:brushProperty name="anchorY" value="-63458"/>
      <inkml:brushProperty name="scaleFactor" value="0.5"/>
    </inkml:brush>
  </inkml:definitions>
  <inkml:trace contextRef="#ctx0" brushRef="#br0">0 187,'0'0,"5"0,6 0,6-6,3 1,15 0,2 0,1 2,8 1,5 1,2 0,1 1,6 0,5 1,6-1,9-5,3 0,7-1,5 2,-6 1,-2 1,2 1,8 0,-1 1,9 0,2 0,7 1,6-1,-1 0,4 0,-2 0,-9 0,-3 0,-4 0,-1 0,-6 0,-5 0,-10 0,-5 0,-7 0,-1 0,-6-5,3-1,-4 1,3 1,-7 0,2 2,-2 1,-7 1,4 0,-7 0,6 0,-6-10,1-1,-1 0,-4 2,-5 2,-5 3,2 2,-3 1,-1 1,8 0,-2 1,0-1,-4 1,9-6,-3-1,-2 1,7 1,3 1,8 1,2 0,0 2,0 0,3 0,0 0,3 0,-7 1,-1-1,2-5,-1-1,5 1,-2 0,5 2,-7 1,3 1,-2 1,3 0,-1 0,-7 0,3 0,-6 0,3 1,-5-1,-6 0,-5 0,0 0,2 0,-3 0,4 0,2 0,-3 0,3 0,-4 0,-2 0,-5 0,3 0,-2 0,-1 0,-3 0,5 0,-2 0,-1 0,-1 0,4 0,-1 0,-2 0,-1 0,4 0,-1 0,-1 0,-2 0,3 0,0 0,-1 0,-2 10,9 1,-1 0,-1-2,3-3,-3-2,-2-2,-3 5,3-2,-3 1,0-2,-2-1,3-1,0-2,-2 1,10-1,-2 0,-1-1,8 6,-3 0,-3 1,7-2,-3-1,-4-1,-4-1,-9 5,2 0,-2-1,0-1,-1-1,5-1,-5-1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20:12.562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-48261.80859"/>
      <inkml:brushProperty name="anchorY" value="-64422.17578"/>
      <inkml:brushProperty name="scaleFactor" value="0.5"/>
    </inkml:brush>
  </inkml:definitions>
  <inkml:trace contextRef="#ctx0" brushRef="#br0">0 1,'0'0,"18"0,22 0,14 0,23 0,19 0,26 0,23 0,23 0,19 0,23 0,20 0,26 0,23 0,22 0,18 0,24 0,19 0,27 0,16 0,18 0,17 0,10 0,10 0,2 0,5 0,-2 0,-3 0,-8 0,-15 0,-13 0,-17 0,-20 0,-16 0,-24 0,-78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20:14.307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-60017.75781"/>
      <inkml:brushProperty name="anchorY" value="-65438.17578"/>
      <inkml:brushProperty name="scaleFactor" value="0.5"/>
    </inkml:brush>
  </inkml:definitions>
  <inkml:trace contextRef="#ctx0" brushRef="#br0">1 215,'0'0,"8"-4,20-2,10 0,19-9,22-4,24 0,32-2,37-1,39 4,42 4,36-6,37 4,45 2,33 5,30 3,17 2,19 3,18 1,11 0,12 1,3 0,-10-1,-3 1,-1 4,-12 1,-16-1,-11 0,-17-2,-27-1,-18-1,-15-1,-21 0,-16 0,-18 0,-16 0,-15 0,-20-1,-25 1,-59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20:15.154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-73820.10938"/>
      <inkml:brushProperty name="anchorY" value="-66269.14844"/>
      <inkml:brushProperty name="scaleFactor" value="0.5"/>
    </inkml:brush>
  </inkml:definitions>
  <inkml:trace contextRef="#ctx0" brushRef="#br0">0 825,'0'0,"9"0,25-5,19 0,10-1,10 2,5-4,13-5,13-10,21-3,14-4,11 0,18-5,15 0,17 1,14 2,18-3,12 0,10 2,13 2,19-4,8 2,5 0,1 2,4-4,-1 1,3 2,2 1,-1 7,-4-4,-3 0,2 6,-8 5,-2 6,-7 4,-12 4,-16 2,-15 2,-18 0,-15 0,-17 0,-18 0,-21-1,-28 0,-35 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08T19:01:32.508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1 1,'0'0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20:35.122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-26500.52148"/>
      <inkml:brushProperty name="anchorY" value="-36643.76172"/>
      <inkml:brushProperty name="scaleFactor" value="0.5"/>
    </inkml:brush>
  </inkml:definitions>
  <inkml:trace contextRef="#ctx0" brushRef="#br0">1 0,'0'0,"4"0,13 0,5 0,4 0,2 0,6 0,1 0,-1 0,-1 0,3 0,-2 0,-1 0,-1 0,3 0,-2 0,0 0,-7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22:21.901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-28011.98242"/>
      <inkml:brushProperty name="anchorY" value="-37659.76172"/>
      <inkml:brushProperty name="scaleFactor" value="0.5"/>
    </inkml:brush>
  </inkml:definitions>
  <inkml:trace contextRef="#ctx0" brushRef="#br0">2120 400,'0'0,"0"9,0 8,0 10,0 14,0 8,0 10,0 14,0 0,0 4,-5 2,-1 1,0-5,2 4,-5 1,1-4,2-1,1-5,2 1,1-5,1 2,1-4,0 3,0-8,1-2,10-4,0-1,5-5,-1-1,2-5,-3-5,2-3,7 8,3-3,3 0,0 2,5-3,-5-1,-2-9,0-3,-1 5,4-6,-4 0,0-5,-1-5,0-5,5-4,1 3,0-1,0-1,9 4,-1-2,-1 10,4-1,2 4,-3-4,8-3,-3 1,7-3,-4 2,1-2,0 8,1-2,-5 2,6-3,-5-3,6 1,2-4,5 4,1-4,10-1,-1 7,8 4,8-2,-4-3,1-4,3-5,0 3,4-2,10-1,10 3,2-1,7 10,0-2,3-2,3 2,-8-4,2-2,2 2,2-3,-3-2,4-2,-4-2,-4-1,-8-2,-3 0,-3 0,0-1,-5 1,1-1,1 1,1 0,-3 0,-4 0,1 0,-4 0,-3 0,3 0,-2 0,-1 0,2 0,-7 0,-1 0,-2 0,-6 0,-6 0,6 0,-5-10,8-1,3-5,1 2,1-3,5 3,-5-3,0 4,-7 3,4-7,6-3,1-4,6-1,4 4,4-7,-2 1,-3-2,-9 6,-5 1,-13-6,-1 5,-11-1,-4 6,-1-1,-6 5,-6-1,7 3,-4-8,-2-2,7 2,-3-1,3-1,1-6,-3-2,-4-1,-4 1,1-5,-8 1,-1 1,-8 1,-6-3,-1 6,-3 2,-3 1,-3 1,-2-5,-1-1,4 0,0 1,0-5,-1 1,-2 1,0 2,-1-4,-1 1,1 1,-2 2,1-4,-5 2,-1-5,1-4,-10 1,-5-2,2-8,-3 3,4 3,4-5,-1 4,4 3,-8 1,2 3,2 3,-1 4,2-3,-1 2,2 1,-2 1,-8-8,2 0,-3 1,0-3,-2 3,-5 2,3 3,1-2,6 1,0 7,5 1,-1 8,4 0,-7 5,2-7,-3-2,-1 2,4 0,-2 3,-6 0,-3 3,0-6,-12 2,0-2,-15-1,-3 3,-13 0,-1-8,-8 5,-8-3,-6 1,4 3,-2 6,-3-1,8 4,-3-7,8 2,-3-3,-3 4,5 3,-4-2,2 4,1 1,-5 4,-3 2,-5 1,2 2,2 0,10 1,-3-1,-7 1,-10-1,-16 0,-7 0,-17 0,-9 0,-6 0,-3 0,-7 0,0 0,0 0,3 0,-4 0,2 0,1 0,3 0,-10 0,-3 0,-10 0,-14 0,-7 0,-6 0,4 0,-1 0,5 0,1 0,4 0,-1 0,9 0,9 0,3 0,6 0,6 0,4 0,-3 0,3 0,0 0,1 0,8 0,6 0,11 0,10 0,10 0,16 0,21 0,14 0,15 0,11 0,8 0,0 0,8 11,1 0,7 5,-1-1,6 2,2 2,-1-2,3 6,-9 2,1 2,2 1,4 5,3 1,3-1,2 9,7-1,6 3,16 4,5 1,9-3,5 1,4 1,8-5,1 2,6-4,-1-4,4-4,-2 3,2-3,-2 0,2-3,3 4,2-6,-3-1,2-1,-4-7,-4-4,-3-1,7-3,-8 6,4-1,-2-3,3 2,-3-3,-6-3,3-3,-3 3,0-1,-6-2,-7-2,-5-1,0-1,-4-2,-2 0,-7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22:24.578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-29049.36328"/>
      <inkml:brushProperty name="anchorY" value="-39577.03125"/>
      <inkml:brushProperty name="scaleFactor" value="0.5"/>
    </inkml:brush>
  </inkml:definitions>
  <inkml:trace contextRef="#ctx0" brushRef="#br0">955 29,'0'0,"-5"0,-6 0,-5 0,-10 11,-4 0,-1 5,0-2,-5 4,1-4,1 2,2-4,-4 9,2-4,6 3,2-3,2 0,-4-3,4 2,-1 7,1-3,4 2,1-4,-6 1,-2 1,-1 6,-1 3,5 1,-3-6,-1 0,5 5,6 0,0 6,0 5,2-1,4 4,-6 3,1-3,4 2,2 2,-1 1,2-3,2 6,2-4,2 6,2-3,0 0,1 5,1-4,-1 5,1 0,-1 6,0 0,5 4,1-2,5 4,4-3,4 3,9-3,8 3,1-3,10 8,4 8,14-2,7 6,0-11,3 0,1-6,7 0,11 2,12 2,10 7,9-2,9 1,15-5,7-1,9-4,9 1,5-3,-2 1,9-8,0-3,13-2,5-8,5-5,14-6,12 1,11-2,19-2,12-2,15 4,15-1,3-6,16-7,3-7,11-5,9-5,-2-2,1-2,3 0,-5-6,-1-5,-7-5,-11-4,-1-9,-14-1,-8-2,-12-9,-15 0,-14-3,-16-3,-13-2,-16 4,-13-6,-14 4,-13-6,-14 4,-13 5,-8-4,-13 3,-8 5,-13-6,-5 3,-9 3,-11-6,-5 3,-8 4,-2-8,-5 5,2 2,-2-7,-9 4,3-2,-2-7,5 4,-7-7,5-1,-1-4,5-1,-7-4,-1 1,4-3,-2-2,1-4,-7 3,-7-1,-5-7,-1 9,-8-6,-3 9,-8 5,-6-1,-5 3,-4 1,-3 8,-6 7,-2-4,-5 4,-4 5,-5 3,3-1,-7 2,-1 2,-2 2,-1 8,-5-5,1 7,0-1,-9 0,-4 4,-10 0,-2 4,-12-7,0-2,-9-2,-7 3,-8 0,0-5,-3 4,-4-1,10 5,-3 1,5 3,3 0,3 2,6-6,-3 2,1-3,-1 4,5 4,6-1,0 3,4-3,-7 2,3 3,-2 2,2-8,-6 1,-2 1,3-2,-1 2,5 3,-1 3,10 2,3-3,5 1,0 1,7 1,-4-4,3 1,-5-10,-1 1,-7 2,-1-2,-4 3,1-2,-4 3,-3 3,-3-2,3-9,-6 2,-8 2,-6-1,-1 3,-4-1,-3 3,-3 2,3-1,5 2,9 2,0 2,-3 2,-4 1,1 2,-4 0,2 0,3 1,-2-1,3 0,1 0,4 1,-4-1,7 0,-5 0,8 0,-5 0,-4 0,-6 0,0 0,-3 0,-3 0,-2 0,3 0,-2 0,-5 0,-3 0,0 0,5 0,-5 0,0 0,0 0,0 0,6 0,0 0,1 0,0 5,-7 0,4 1,-1 9,1-1,-6-1,0 2,5-2,0-3,7-4,11-2,5 3,9-1,2-1,10-1,5-1,-1-2,6 0,-5 5,1-1,-10 0,-1-1,-5-1,-8-1,3-1,-2-1,0 0,0 0,-6 0,10 0,-5 0,5-1,1 12,9 0,10-1,10-1,2-2,6-3,3-2,4-1,-4-1,1 0,0-1,2 1,-4-1,0 1,2 0,-10 0,2 0,-5 0,-2 0,-7 0,-8 0,-1 0,-5 0,1 0,3 0,3 5,8 1,3 0,6-2,1 0,-1-2,4 4,3 0,3 0,-7-2,1-1,-8-1,-4-2,4 1,-7-1,0 0,-6-1,-1 1,-3 0,0 5,-2 0,1 1,-2-2,3-1,-8-1,-3-1,3 0,9-1,-1 0,10 0,8-1,-3 1,6 0,4 0,-1 0,-2 0,3 0,-2 0,3 0,-3 0,-2 0,2 0,-1 0,-2 0,2 0,4 0,4 0,-2 0,2 0,3 0,1 0,-4 0,7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22:35.428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-93532.64844"/>
      <inkml:brushProperty name="anchorY" value="-72328.78125"/>
      <inkml:brushProperty name="scaleFactor" value="0.5"/>
    </inkml:brush>
  </inkml:definitions>
  <inkml:trace contextRef="#ctx0" brushRef="#br0">1 3443,'0'0,"4"0,7 0,11 6,4 4,3 6,12 15,1 4,3 12,9 5,2 9,12 1,5 6,5 3,8 4,6-4,6 2,-1-4,2 7,2 1,-9-9,1-9,1-1,8-2,8 3,9 0,5 5,10-2,9-6,11 3,6-7,9-7,11 5,5-5,9-5,1 2,10-5,4-2,-1-3,5 3,7-2,-5-6,-1-2,-6-6,4-6,-6 0,1-4,-5-2,-5 8,-4-2,-9-2,3-2,-7 3,-5-3,-1-2,-8-2,-10-2,-8-2,-18 0,-10-1,-9-1,-5 1,-12 0,-3-1,-9 1,1 0,-2 0,-5 0,4 0,6 0,0 0,5 0,5 0,8 0,10 0,6 0,7 0,3 0,8 0,7 0,0 0,9 0,3 0,3 0,1-5,6-1,-1-4,0-5,-7-5,-7-8,-8-2,-4 3,-5 1,-7 1,-8-5,-10-1,-5 1,-9-1,-5-3,-6 0,-9 1,-1 2,-7-4,-6 1,-3 1,-8 2,2-4,0 1,0 2,-6 1,1-4,0 1,-4 2,-5 1,-5-4,-8 1,3 6,-8 3,1 6,-6 1,-4-6,-5-2,-3-1,-2-1,3-6,0 1,-1 0,0-9,-2 1,5 1,-1-7,11 3,-2-3,4-6,-2-2,1-7,-4 0,2 1,-3 1,-4 8,8-4,3 7,-2-5,-3 5,1 5,-3-5,1 4,-3 4,-2 5,-3-7,8 2,-1 3,-2-3,3-2,-3 2,-2-2,-3 3,-2 3,3 4,0-3,-2 2,-1-4,4-3,-1 1,0 2,-3 3,-1-2,-1 2,-1 2,-1 2,10-3,1 0,0 2,-3 1,-2-4,-2-4,-7 1,-1-3,-7 1,-4 3,-10-7,1 2,-1 2,-1 4,0-2,-5 2,-1 3,0 1,1-2,-4 0,1 7,1 2,1 1,-3-5,2 5,0 0,-9-1,2 1,1 4,2-5,-6 4,1 0,-7-2,2 6,-2-2,-11-6,-7-2,-6-2,-10 0,-7-4,-7-1,5 6,4 2,3 6,-3 1,-3-5,6 4,2-2,7 5,2-2,6 5,5 4,4-2,8 2,3 3,6-8,-1 2,0 0,3 4,2-2,5 2,-3 1,-4 4,2-5,-3 2,2 1,-3 2,-2-4,2 0,4 2,3 1,-2 2,2 1,2 1,2-9,-3-1,1 1,0-4,2 2,-3 3,0 3,1-4,2 3,-3 1,0 1,-4-3,-4 1,2 1,-4 2,-1-10,-3 1,-8 1,4-2,5 2,-5 3,5 2,5-2,4 2,0 1,2 2,3 1,3-4,-4 1,1 1,0 0,3 3,-5 0,2-10,-5 1,-4 0,-3 2,-10-2,-1 1,-8 3,1-4,-10 3,2-5,-8 3,-7-9,3 2,0 2,7 4,2 4,5-3,-6 3,-6-4,3 1,-1-3,-5 1,4-7,2 1,10 4,6-3,1 5,7 2,-3 4,2-3,5 1,1 2,0 2,5-4,0 1,3 1,-1 2,-7 1,-2-9,-9 0,0 1,-11-3,-5 2,2 3,-1-2,4 1,-6 3,4-4,-1 2,5 2,-2 2,4-9,-1 2,3 0,-2 3,3 3,-3 2,7 3,-1 0,1 1,-3 0,7 1,1 0,-3-1,1 0,0 0,1 0,-5 0,7 0,5 0,-3 0,6 0,-1 0,-1 0,5 0,3 0,5 0,-7 0,3 0,1 0,-8 0,3 0,3 0,-8 0,4 0,-8 0,4 0,-1 6,-1-1,-1 0,5 0,-6-2,5-1,4 4,-6 0,5 0,3-2,-6-1,3 4,-7 0,3-1,4-2,-5 0,4-3,3 0,-6 10,-1 0,3-1,-1-1,-2-3,5-2,-1 3,5 0,-3-2,-1-1,3-1,3 4,3-1,-1-1,1 0,3-2,1 4,-4-1,2 10,1 0,1-2,-4 2,1-3,7 2,1-3,2 2,-5-2,0 8,-1 2,0 4,-4 1,0 6,7 0,1-5,7-2,0-6,5-1,-6-5,3 6,-2-3,4 2,-2 2,4 1,3 8,-2-5,2 1,3 0,-9-6,2 0,2 6,3 1,-3-4,3 0,2 0,-3-4,1 5,2 1,2 2,-3-5,1 0,1 5,1 1,2 2,2-1,0 5,-10-1,0 0,1-1,-4 3,2-1,2-1,-1-2,1 9,-3 5,3 4,1-3,3-3,2-5,-8 1,0-4,1-1,2-3,3 3,2 4,-3-5,1 8,1-2,1-1,1-3,2 2,0-2,-5-1,1-3,0 4,1-2,-4 0,0 8,2-1,1-1,-9-3,2 8,0-3,3 9,3-3,-4-3,3 5,-5-3,2-4,2-5,2 2,2-4,-3 3,1 4,0-2,2-3,1-2,1 2,-9-2,0-2,1-3,1 5,3 4,2-1,2 3,-4-1,1-3,-1-4,3 3,-6-7,2-1,0-3,3 0,0 5,-3 0,1 6,-10 5,0-1,3-1,2-4,4 2,3-1,2-3,-4-2,0 4,2-2,0 0,1-2,2 3,0 0,-5-7,1-1,0-2,1 5,1 1,-5 0,2-1,-1 6,3-2,1 0,1-2,1-6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22:43.002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-96028.89844"/>
      <inkml:brushProperty name="anchorY" value="-74582.50781"/>
      <inkml:brushProperty name="scaleFactor" value="0.5"/>
    </inkml:brush>
  </inkml:definitions>
  <inkml:trace contextRef="#ctx0" brushRef="#br0">0 4549,'0'0,"0"5,0 6,0 5,0 5,0 8,10 2,1 7,5 5,4-2,2-1,13 6,8 3,10-3,15 7,8-4,11 5,2-9,0-5,9-6,9-4,19 8,13-1,16-1,18 8,19-1,12-2,13 1,10-3,12-8,14-9,13-8,17-6,13-5,15-3,7-6,10-7,2-5,4-4,-2-8,3-2,-8-6,-10-10,-13-4,-14-4,-10 0,-14 5,-21-5,-14 1,-16 0,-12 0,-20 6,-18-5,-13 6,-11 4,-17-4,-9-2,-7-1,1 4,4-1,0 0,5 4,-7-1,-1-1,-3 4,4-2,-1-2,-5 4,-1-2,-1-1,0-3,-5 4,1-7,-5 4,-4-7,1 5,-2-1,-8 0,-2-1,-13 5,-6-5,-5 4,-3-7,-7 5,0 5,-4-6,-5 5,-4 3,3-5,-2 3,-1 4,-2 3,4-1,-6-3,-1 3,-1-4,-1 3,5-3,-4-2,-1 3,-5 2,-1 4,-4-2,-5 3,-3-5,-4-2,-1 1,-2-3,-1-2,1-3,-1 3,0-6,1 4,-1-7,-9-1,-2-6,-4 0,-4-5,-2 2,-8-4,-2-2,5-4,1-7,1-3,6 0,-6-6,0 2,4-5,-1 2,5 2,0 3,4 8,3-4,4 2,-8 5,2 0,1 5,2 11,3-1,-2 8,1-3,1 6,2 0,-5 1,2 9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22:43.289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-109098.0625"/>
      <inkml:brushProperty name="anchorY" value="-71049.83594"/>
      <inkml:brushProperty name="scaleFactor" value="0.5"/>
    </inkml:brush>
  </inkml:definitions>
  <inkml:trace contextRef="#ctx0" brushRef="#br0">2983 1,'0'0,"-18"0,-28 0,-24 0,-24 0,-17 0,-8 0,-7 0,-5 0,-2 0,10 0,0 0,0 0,3 0,4 0,4 0,7 0,3 0,1 0,0 0,5 0,3 0,0 0,9 0,13 0,2 0,8 5,3 1,8-1,8-1,6 0,-1-2,4-1,1-1,2 0,-3 0,0 0,1 10,7 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22:49.315"/>
    </inkml:context>
    <inkml:brush xml:id="br0">
      <inkml:brushProperty name="width" value="0.5" units="cm"/>
      <inkml:brushProperty name="height" value="1" units="cm"/>
      <inkml:brushProperty name="color" value="#A2D762"/>
      <inkml:brushProperty name="tip" value="rectangle"/>
      <inkml:brushProperty name="rasterOp" value="maskPen"/>
      <inkml:brushProperty name="ignorePressure" value="1"/>
    </inkml:brush>
  </inkml:definitions>
  <inkml:trace contextRef="#ctx0" brushRef="#br0">195 132,'2'0,"0"0,-1 1,1 0,-1-1,1 1,-1 0,1-1,-1 1,0 0,1 0,-1 0,2 2,10 7,20 4,1-2,1-1,-1-2,69 9,-15-2,71 18,439 78,-395-83,128 14,223-16,-510-26,41-1,-77 0,-1-1,1 0,-1 0,0-1,1 0,-1 0,0-1,8-4,-14 7,-1 0,0 0,0-1,0 1,0 0,0 0,0 0,1 0,-1-1,0 1,0 0,0 0,0 0,0-1,0 1,0 0,0 0,0 0,0-1,0 1,0 0,0 0,0 0,0-1,0 1,0 0,0 0,0 0,0-1,0 1,0 0,0 0,0 0,-1 0,1-1,0 1,0 0,0 0,0 0,0 0,-1-1,1 1,0 0,0 0,0 0,0 0,-1 0,1 0,0 0,0 0,0 0,-1 0,1-1,0 1,0 0,0 0,-1 0,1 0,0 0,-1 1,-16-8,15 7,-33-8,-1 1,1 2,-58 0,-21-4,-147-8,94 8,-134-22,59 6,60 16,51 4,128 5,-1-1,1 1,0-1,-1 1,1-1,0 0,-7-3,10 4,0 0,0 0,0 0,0 0,0 0,0 0,-1-1,1 1,0 0,0 0,0 0,0 0,0 0,0 0,0 0,0 0,0-1,-1 1,1 0,0 0,0 0,0 0,0 0,0 0,0-1,0 1,0 0,0 0,0 0,0 0,0 0,0 0,0-1,0 1,0 0,0 0,0 0,0 0,0 0,1 0,-1-1,0 1,0 0,0 0,0 0,0 0,0 0,0 0,0 0,0 0,1-1,-1 1,0 0,19-5,81-5,-68 9,0-2,0-2,0 0,43-15,-73 20,0-1,0 0,0 0,0 0,0 0,-1 0,1 0,0 0,0-1,-1 1,1-1,-1 1,1-1,-1 0,0 1,0-1,0 0,0 0,0 0,0 0,1-3,-2 4,0-1,0 0,0 0,0 0,-1 0,1 0,0 1,-1-1,1 0,-1 0,0 1,0-1,0 0,1 1,-1-1,-1 1,1-1,0 1,0-1,-1 1,1 0,0-1,-1 1,1 0,-4-1,-6-5,-1 0,-1 1,1 0,-1 1,-23-6,-73-9,5 0,22 0,-2 3,-1 3,-106-2,-339-10,760 62,21 21,-50-4,137 29,-128-39,289 47,-416-81,240 38,-175-23,-82-15,84 23,-96-18,-54-14,0 0,0 0,0 1,0-1,0 0,0 0,0 0,-1 0,1 0,0 0,0 0,0 0,0 0,0 0,0 0,0 0,0 0,0 0,0 1,0-1,0 0,0 0,0 0,0 0,0 0,0 0,0 0,0 0,0 0,0 0,0 0,0 0,0 1,0-1,0 0,1 0,-1 0,0 0,0 0,0 0,0 0,0 0,0 0,0 0,0 0,0 0,0 0,0 0,0 0,0 0,0 0,0 0,1 0,-14 3,-20-1,-24-5,1-2,-102-24,94 16,-805-164,830 169,-73-16,99 18,15 3,22 0,344 3,-183 3,18-4,395 19,-560-14,-26 0,-28-3,-21-5,-1-1,1-3,-61-19,21 6,-32-7,-356-99,442 121,-1 1,0 0,-49-1,-74 9,49 0,41-3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08T19:04:54.910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-31110.55273"/>
      <inkml:brushProperty name="anchorY" value="-18329.00586"/>
      <inkml:brushProperty name="scaleFactor" value="0.5"/>
    </inkml:brush>
  </inkml:definitions>
  <inkml:trace contextRef="#ctx0" brushRef="#br0">0 1,'0'0,"5"0,1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23:30.696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-105100.05469"/>
      <inkml:brushProperty name="anchorY" value="-70081.64063"/>
      <inkml:brushProperty name="scaleFactor" value="0.5"/>
    </inkml:brush>
  </inkml:definitions>
  <inkml:trace contextRef="#ctx0" brushRef="#br0">1 161,'0'0,"4"0,13 0,15-5,10-1,13 1,5 1,12 0,16-3,19 1,19-6,19 2,17 2,16-9,14 2,21 1,17 4,26 4,15-3,19 1,17 3,20 0,11 3,13 0,14 2,12 0,9 0,6 0,0 1,-5-1,-9 0,-10 0,-19 0,-8 0,-21 0,-17 0,-26 0,-22 0,-24 0,-56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23:31.738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-115275.17969"/>
      <inkml:brushProperty name="anchorY" value="-70938.89844"/>
      <inkml:brushProperty name="scaleFactor" value="0.5"/>
    </inkml:brush>
  </inkml:definitions>
  <inkml:trace contextRef="#ctx0" brushRef="#br0">0 1,'0'0,"13"0,11 0,19 0,8 0,17 0,13 0,5 0,3 0,5 0,-2 0,9 0,18 0,8 0,13 0,8 0,16 0,5 0,7 0,4 0,-2 0,2 0,6 0,-4 0,-4 0,0 0,-6 0,-8 0,-10 0,-8 0,-6 0,-11 0,-28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23:43.209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-120344.14844"/>
      <inkml:brushProperty name="anchorY" value="-71954.89844"/>
      <inkml:brushProperty name="scaleFactor" value="0.5"/>
    </inkml:brush>
  </inkml:definitions>
  <inkml:trace contextRef="#ctx0" brushRef="#br0">0 1,'0'0,"9"0,9 0,8 0,10 0,2 0,5 0,4 0,2 0,-3 0,1 0,1 0,-4 0,6 0,2 0,6 0,2 0,10 0,10 0,-2 0,3 0,-6 0,5 0,11 0,6 0,11 0,8 0,7 0,6 5,3 1,1-1,1-1,5 0,1-2,-2-1,0-1,-2 0,-1 0,-2 0,0 0,-1-1,0 1,0 0,0 0,0 0,-5 0,0 0,0 5,0 1,-3-1,-10 0,1-2,-4 4,-1 0,-2-2,-7 0,-6-2,0-1,-10-1,-14-1,-3 0,-12 0,-10-1,-2 1,-11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28:29.696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-27284.03516"/>
      <inkml:brushProperty name="anchorY" value="-38826.03516"/>
      <inkml:brushProperty name="scaleFactor" value="0.5"/>
    </inkml:brush>
  </inkml:definitions>
  <inkml:trace contextRef="#ctx0" brushRef="#br0">0 0,'0'0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29T20:28:40.335"/>
    </inkml:context>
    <inkml:brush xml:id="br0">
      <inkml:brushProperty name="width" value="0.05" units="cm"/>
      <inkml:brushProperty name="height" value="0.05" units="cm"/>
      <inkml:brushProperty name="color" value="#0B868D"/>
      <inkml:brushProperty name="ignorePressure" value="1"/>
      <inkml:brushProperty name="inkEffects" value="ocean"/>
      <inkml:brushProperty name="anchorX" value="-28300.03516"/>
      <inkml:brushProperty name="anchorY" value="-39842.03516"/>
      <inkml:brushProperty name="scaleFactor" value="0.5"/>
    </inkml:brush>
  </inkml:definitions>
  <inkml:trace contextRef="#ctx0" brushRef="#br0">1 1,'0'0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81528B-9B6F-4248-9BF4-341C8496BA36}" type="datetimeFigureOut">
              <a:rPr lang="uk-UA" smtClean="0"/>
              <a:t>29.10.2025</a:t>
            </a:fld>
            <a:endParaRPr lang="uk-UA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40F577-1FC1-4001-B2C2-9EAF79F39BE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58069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63995b9ea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63995b9ea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63995b9eaa_0_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3</a:t>
            </a:fld>
            <a:endParaRPr/>
          </a:p>
        </p:txBody>
      </p:sp>
      <p:sp>
        <p:nvSpPr>
          <p:cNvPr id="73" name="Google Shape;73;g363995b9eaa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4" name="Google Shape;74;g363995b9eaa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63995b9eaa_0_1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g363995b9eaa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63995b9eaa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63995b9eaa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63995b9eaa_0_3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63995b9eaa_0_3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63995b9eaa_0_3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63995b9eaa_0_3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63995b9eaa_0_3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63995b9eaa_0_3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63995b9eaa_0_3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63995b9eaa_0_3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63995b9eaa_0_3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63995b9eaa_0_3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63995b9eaa_0_4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63995b9eaa_0_4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63995b9eaa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g363995b9ea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63995b9eaa_1_9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g363995b9eaa_1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14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9931457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40F577-1FC1-4001-B2C2-9EAF79F39BE2}" type="slidenum">
              <a:rPr lang="uk-UA" smtClean="0"/>
              <a:t>15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7466960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31F6D5-EE77-F05F-8B36-EE698B21D8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A3D416F-B419-0893-CF2A-60046F97AA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C3563C5-2ABA-6BE0-F79B-E9DB4BDEE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29.10.2025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CA4729E-F6C7-6BDF-624A-6D985B5B2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7D99CCF-CF8A-37C1-30D7-3A4F12E72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1530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5A7231-C686-D8CF-FA17-0D8627ABD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766263C-782F-0D49-1AA1-2BD5EF1B69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3FAE1C-22C9-0EC4-2ED7-9EEA6D420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29.10.2025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54513AF-D9EC-2C9B-46F0-FBC11B991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356EC0D-BDCD-2993-E5B6-0E8FE2449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84143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D93858-E4D8-D43B-ACB3-0C9AC6B4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32040E3-EA86-307F-07E0-BC7B3D6F14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BFAE8B8-12AD-19AA-1620-86D64CDAC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29.10.2025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8D6F026-C83D-F5A0-ED0E-2732983D4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D54D0E8-1B97-2B88-CD05-460E8D351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570361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CBF168-E018-8BDB-B8FF-CC85551D8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347B9E1-A4ED-1B6A-D2BD-2348057503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1711F3B-E99A-650B-790B-EB9151C87C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64DA05C-7C21-661B-A41E-A547C6359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29.10.2025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832F842-7036-1B37-4C83-51CF5CEBD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B764A6A-7702-7ADF-5C4F-9C5F07082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33049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5BEFC3-A00E-807A-05C0-DF79AA11D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F433749-A6A0-DF88-073F-1B884AAF6F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CB0E37A-0FCA-2171-00F0-57CBBAF9CB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1F75DC5-C2F0-8632-D5C2-78870B4131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550BBA9-0F72-E537-3AA6-E7220DF4F4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31BD10E-2051-5B25-60B5-3B3C1F256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29.10.2025</a:t>
            </a:fld>
            <a:endParaRPr lang="uk-UA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C1E8CCA-C8B9-B59E-93D2-886D22ACB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068BBCF-B605-D7C3-4AAB-2C25A24E7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717059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09D7A6-AA5A-4E60-C4B7-DBCAEB9CA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954A816-DE8A-F94F-C031-AF59E488A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29.10.2025</a:t>
            </a:fld>
            <a:endParaRPr lang="uk-UA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08AEBC4-A90F-6450-4083-5BE5A5035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955FBB7-22A4-3058-7C37-CEE2D4841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78562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E350C2A-8EFE-9689-19C1-BF14E82E9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29.10.2025</a:t>
            </a:fld>
            <a:endParaRPr lang="uk-UA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7E8B880-58A1-F037-1F63-5083FFA5C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72F4755-3B72-F832-ABB2-A0AEFEFCE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5896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DA3BB8-B52E-7EBB-C0BE-35834C4E5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3E0E39-1E9D-35C3-4F60-A75C61D82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AD482B5-6263-8E79-4B0C-E15B27B9A3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8289D75-50AD-DA3E-808C-305E48204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29.10.2025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1EA4FEA-94A7-4925-FE8D-43CA865E7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B861DBB-094D-CF71-2FF9-19A30C11C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958092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27B8C0-2FB7-6B3A-8E33-A5354D6CD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BABF2AA-3490-C8C9-E0EC-E11BE8F7C1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17CE27-4946-90C2-B284-DCBA830BCB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A6B0D4C-582D-74B3-9532-199CDED2B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29.10.2025</a:t>
            </a:fld>
            <a:endParaRPr lang="uk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EFBF8CF-6DE6-47BA-C3FB-BF90B375B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D9C40B4-5CEF-7836-05EF-3B723EB2F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685147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3A3CA9-4FCE-04E1-42BD-5B8A476C3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8239AA0-5AD0-1B0E-FA81-48CE982A82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EA6C21-4BC9-7300-3FB7-F3398A823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29.10.2025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4E7A3A4-7067-8108-E4DF-8C6E4CD8E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3C10FF2-CD08-629F-DDE1-7A138E0AE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76875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5CB9DE7-6C28-F2AB-69D7-564D017BBF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CC1730D-0865-98A5-9C17-905D8F0BB8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887782F-B42D-DC1E-E695-5BB95E779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3972C-1D59-4812-9879-0ADA85AB86FA}" type="datetimeFigureOut">
              <a:rPr lang="uk-UA" smtClean="0"/>
              <a:t>29.10.2025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8BE4FF-3308-A3BB-13AB-CB0656A1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442E754-E68F-D875-966D-BDE24CA1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6474760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uk" smtClean="0"/>
              <a:pPr/>
              <a:t>‹№›</a:t>
            </a:fld>
            <a:endParaRPr lang="uk"/>
          </a:p>
        </p:txBody>
      </p:sp>
    </p:spTree>
    <p:extLst>
      <p:ext uri="{BB962C8B-B14F-4D97-AF65-F5344CB8AC3E}">
        <p14:creationId xmlns:p14="http://schemas.microsoft.com/office/powerpoint/2010/main" val="2110586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F21754-49F4-99BC-3186-F93ABDD1E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uk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649F773-8CE3-A1B9-D56C-9ADA522E7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uk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59E54FD-E9A9-BB88-3366-5240E179C1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E3972C-1D59-4812-9879-0ADA85AB86FA}" type="datetimeFigureOut">
              <a:rPr lang="uk-UA" smtClean="0"/>
              <a:t>29.10.2025</a:t>
            </a:fld>
            <a:endParaRPr lang="uk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53AFDBA-1AD2-2DC3-7099-9ED422E2CC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0368F6C-F98C-ABE5-567C-0C5A0D209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740B5E-42AC-4C62-8644-F9D9979E3C1B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428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10" Type="http://schemas.openxmlformats.org/officeDocument/2006/relationships/image" Target="../media/image2.svg"/><Relationship Id="rId4" Type="http://schemas.openxmlformats.org/officeDocument/2006/relationships/tags" Target="../tags/tag4.xm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customXml" Target="../ink/ink8.xml"/><Relationship Id="rId3" Type="http://schemas.openxmlformats.org/officeDocument/2006/relationships/customXml" Target="../ink/ink3.xml"/><Relationship Id="rId7" Type="http://schemas.openxmlformats.org/officeDocument/2006/relationships/customXml" Target="../ink/ink5.xml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customXml" Target="../ink/ink7.xml"/><Relationship Id="rId5" Type="http://schemas.openxmlformats.org/officeDocument/2006/relationships/customXml" Target="../ink/ink4.xml"/><Relationship Id="rId15" Type="http://schemas.openxmlformats.org/officeDocument/2006/relationships/customXml" Target="../ink/ink9.xml"/><Relationship Id="rId10" Type="http://schemas.openxmlformats.org/officeDocument/2006/relationships/image" Target="../media/image8.png"/><Relationship Id="rId4" Type="http://schemas.openxmlformats.org/officeDocument/2006/relationships/image" Target="../media/image5.png"/><Relationship Id="rId9" Type="http://schemas.openxmlformats.org/officeDocument/2006/relationships/customXml" Target="../ink/ink6.xml"/><Relationship Id="rId1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0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customXml" Target="../ink/ink12.xml"/><Relationship Id="rId7" Type="http://schemas.openxmlformats.org/officeDocument/2006/relationships/customXml" Target="../ink/ink1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customXml" Target="../ink/ink13.xml"/><Relationship Id="rId10" Type="http://schemas.openxmlformats.org/officeDocument/2006/relationships/image" Target="../media/image16.png"/><Relationship Id="rId4" Type="http://schemas.openxmlformats.org/officeDocument/2006/relationships/image" Target="../media/image13.png"/><Relationship Id="rId9" Type="http://schemas.openxmlformats.org/officeDocument/2006/relationships/customXml" Target="../ink/ink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6.xml"/><Relationship Id="rId7" Type="http://schemas.openxmlformats.org/officeDocument/2006/relationships/image" Target="../media/image1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customXml" Target="../ink/ink17.xml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18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customXml" Target="../ink/ink19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customXml" Target="../ink/ink20.xml"/><Relationship Id="rId7" Type="http://schemas.openxmlformats.org/officeDocument/2006/relationships/customXml" Target="../ink/ink2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customXml" Target="../ink/ink21.xml"/><Relationship Id="rId10" Type="http://schemas.openxmlformats.org/officeDocument/2006/relationships/image" Target="../media/image24.png"/><Relationship Id="rId4" Type="http://schemas.openxmlformats.org/officeDocument/2006/relationships/image" Target="../media/image21.png"/><Relationship Id="rId9" Type="http://schemas.openxmlformats.org/officeDocument/2006/relationships/customXml" Target="../ink/ink2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customXml" Target="../ink/ink29.xml"/><Relationship Id="rId3" Type="http://schemas.openxmlformats.org/officeDocument/2006/relationships/customXml" Target="../ink/ink24.xml"/><Relationship Id="rId7" Type="http://schemas.openxmlformats.org/officeDocument/2006/relationships/customXml" Target="../ink/ink26.xml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11" Type="http://schemas.openxmlformats.org/officeDocument/2006/relationships/customXml" Target="../ink/ink28.xml"/><Relationship Id="rId5" Type="http://schemas.openxmlformats.org/officeDocument/2006/relationships/customXml" Target="../ink/ink25.xml"/><Relationship Id="rId10" Type="http://schemas.openxmlformats.org/officeDocument/2006/relationships/image" Target="../media/image27.png"/><Relationship Id="rId4" Type="http://schemas.openxmlformats.org/officeDocument/2006/relationships/image" Target="../media/image40.png"/><Relationship Id="rId9" Type="http://schemas.openxmlformats.org/officeDocument/2006/relationships/customXml" Target="../ink/ink27.xml"/><Relationship Id="rId1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Shape4326"/>
          <p:cNvGrpSpPr/>
          <p:nvPr>
            <p:custDataLst>
              <p:tags r:id="rId1"/>
            </p:custDataLst>
          </p:nvPr>
        </p:nvGrpSpPr>
        <p:grpSpPr>
          <a:xfrm>
            <a:off x="0" y="0"/>
            <a:ext cx="12192000" cy="6858000"/>
            <a:chOff x="-635000" y="-635000"/>
            <a:chExt cx="12192000" cy="6858000"/>
          </a:xfrm>
          <a:noFill/>
        </p:grpSpPr>
        <p:sp>
          <p:nvSpPr>
            <p:cNvPr id="10" name="Shape4323">
              <a:extLst>
                <a:ext uri="{FF2B5EF4-FFF2-40B4-BE49-F238E27FC236}">
                  <a16:creationId xmlns:a16="http://schemas.microsoft.com/office/drawing/2014/main" id="{141CCFB4-2F64-06B8-AF1D-C9E48150CDA3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-635000" y="-63500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>
              <a:noAutofit/>
            </a:bodyPr>
            <a:lstStyle/>
            <a:p>
              <a:pPr algn="ctr"/>
              <a:endParaRPr lang="ru-RU" sz="1100">
                <a:solidFill>
                  <a:srgbClr val="000000"/>
                </a:solidFill>
                <a:latin typeface="Comfortaa"/>
                <a:cs typeface="Comfortaa"/>
              </a:endParaRPr>
            </a:p>
          </p:txBody>
        </p:sp>
      </p:grpSp>
      <p:grpSp>
        <p:nvGrpSpPr>
          <p:cNvPr id="3" name="Shape4327"/>
          <p:cNvGrpSpPr/>
          <p:nvPr>
            <p:custDataLst>
              <p:tags r:id="rId2"/>
            </p:custDataLst>
          </p:nvPr>
        </p:nvGrpSpPr>
        <p:grpSpPr>
          <a:xfrm>
            <a:off x="5197365" y="984555"/>
            <a:ext cx="1797269" cy="1797269"/>
            <a:chOff x="4562366" y="349555"/>
            <a:chExt cx="1797269" cy="1797269"/>
          </a:xfrm>
        </p:grpSpPr>
        <p:pic>
          <p:nvPicPr>
            <p:cNvPr id="5" name="Shape4328"/>
            <p:cNvPicPr/>
            <p:nvPr>
              <p:custDataLst>
                <p:tags r:id="rId6"/>
              </p:custDataLst>
            </p:nvPr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562366" y="349555"/>
              <a:ext cx="1797269" cy="1797269"/>
            </a:xfrm>
            <a:prstGeom prst="rect">
              <a:avLst/>
            </a:prstGeom>
          </p:spPr>
        </p:pic>
      </p:grpSp>
      <p:grpSp>
        <p:nvGrpSpPr>
          <p:cNvPr id="7" name="Shape4329"/>
          <p:cNvGrpSpPr/>
          <p:nvPr>
            <p:custDataLst>
              <p:tags r:id="rId3"/>
            </p:custDataLst>
          </p:nvPr>
        </p:nvGrpSpPr>
        <p:grpSpPr>
          <a:xfrm>
            <a:off x="5557345" y="3238244"/>
            <a:ext cx="1077311" cy="55245"/>
            <a:chOff x="4925483" y="2578947"/>
            <a:chExt cx="1077311" cy="55245"/>
          </a:xfrm>
        </p:grpSpPr>
        <p:sp>
          <p:nvSpPr>
            <p:cNvPr id="8" name="Shape4325">
              <a:extLst>
                <a:ext uri="{FF2B5EF4-FFF2-40B4-BE49-F238E27FC236}">
                  <a16:creationId xmlns:a16="http://schemas.microsoft.com/office/drawing/2014/main" id="{21F15AB7-005A-EB90-56E9-C5761A58FD31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 flipV="1">
              <a:off x="4925483" y="2578947"/>
              <a:ext cx="1077311" cy="55245"/>
            </a:xfrm>
            <a:prstGeom prst="rect">
              <a:avLst/>
            </a:prstGeom>
            <a:solidFill>
              <a:schemeClr val="bg2"/>
            </a:solidFill>
            <a:ln w="28575">
              <a:noFill/>
              <a:prstDash val="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>
              <a:defPPr>
                <a:defRPr lang="ru-RU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defTabSz="412717"/>
              <a:endParaRPr lang="en-US" sz="800">
                <a:solidFill>
                  <a:schemeClr val="tx1"/>
                </a:solidFill>
                <a:latin typeface="Comfortaa"/>
                <a:ea typeface="Comfortaa"/>
                <a:cs typeface="Comfortaa"/>
              </a:endParaRPr>
            </a:p>
          </p:txBody>
        </p:sp>
      </p:grpSp>
      <p:sp>
        <p:nvSpPr>
          <p:cNvPr id="6" name="Shape4324">
            <a:extLst>
              <a:ext uri="{FF2B5EF4-FFF2-40B4-BE49-F238E27FC236}">
                <a16:creationId xmlns:a16="http://schemas.microsoft.com/office/drawing/2014/main" id="{9CB60D78-BFA7-FBF3-D935-4D20CC03291F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3371700" y="3568704"/>
            <a:ext cx="5448607" cy="19297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>
            <a:spAutoFit/>
          </a:bodyPr>
          <a:lstStyle/>
          <a:p>
            <a:pPr algn="ctr">
              <a:lnSpc>
                <a:spcPct val="95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6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Тема</a:t>
            </a:r>
            <a:r>
              <a:rPr lang="en-US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6600" dirty="0" err="1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уроку</a:t>
            </a:r>
            <a:r>
              <a:rPr lang="en-US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:
</a:t>
            </a:r>
            <a:r>
              <a:rPr lang="uk-UA" sz="66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cs typeface="Cascadia Code" panose="020B0609020000020004" pitchFamily="49" charset="0"/>
              </a:rPr>
              <a:t>Масиви</a:t>
            </a:r>
            <a:endParaRPr lang="en-US" sz="6600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/>
        </p:nvSpPr>
        <p:spPr>
          <a:xfrm>
            <a:off x="168133" y="211967"/>
            <a:ext cx="8487600" cy="984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algn="ctr"/>
            <a:r>
              <a:rPr lang="uk" sz="4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Що таке </a:t>
            </a:r>
            <a:r>
              <a:rPr lang="uk" sz="4800" b="1">
                <a:latin typeface="Times New Roman"/>
                <a:ea typeface="Times New Roman"/>
                <a:cs typeface="Times New Roman"/>
                <a:sym typeface="Times New Roman"/>
              </a:rPr>
              <a:t>масив </a:t>
            </a:r>
            <a:r>
              <a:rPr lang="uk" sz="4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 пальцях</a:t>
            </a:r>
            <a:endParaRPr sz="1467">
              <a:solidFill>
                <a:srgbClr val="000000"/>
              </a:solidFill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491100" y="1061167"/>
            <a:ext cx="11462000" cy="1640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>
              <a:lnSpc>
                <a:spcPct val="115000"/>
              </a:lnSpc>
              <a:spcBef>
                <a:spcPts val="1600"/>
              </a:spcBef>
            </a:pPr>
            <a:r>
              <a:rPr lang="uk" sz="1467">
                <a:solidFill>
                  <a:schemeClr val="dk1"/>
                </a:solidFill>
              </a:rPr>
              <a:t>Масив в C# — це як коробка, в яку ти можеш скласти багато однотипних речей.</a:t>
            </a:r>
            <a:endParaRPr sz="1467">
              <a:solidFill>
                <a:schemeClr val="dk1"/>
              </a:solidFill>
            </a:endParaRPr>
          </a:p>
          <a:p>
            <a:pPr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</a:pPr>
            <a:r>
              <a:rPr lang="uk" sz="1467">
                <a:solidFill>
                  <a:schemeClr val="dk1"/>
                </a:solidFill>
              </a:rPr>
              <a:t>Уявіть, що тобі потрібно запам'ятати оцінки десяти учнів. Замість того, щоб створювати десять окремих змінних (</a:t>
            </a:r>
            <a:r>
              <a:rPr lang="uk" sz="1467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оцінка1</a:t>
            </a:r>
            <a:r>
              <a:rPr lang="uk" sz="1467">
                <a:solidFill>
                  <a:schemeClr val="dk1"/>
                </a:solidFill>
              </a:rPr>
              <a:t>, </a:t>
            </a:r>
            <a:r>
              <a:rPr lang="uk" sz="1467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оцінка2</a:t>
            </a:r>
            <a:r>
              <a:rPr lang="uk" sz="1467">
                <a:solidFill>
                  <a:schemeClr val="dk1"/>
                </a:solidFill>
              </a:rPr>
              <a:t>, </a:t>
            </a:r>
            <a:r>
              <a:rPr lang="uk" sz="1467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оцінка3</a:t>
            </a:r>
            <a:r>
              <a:rPr lang="uk" sz="1467">
                <a:solidFill>
                  <a:schemeClr val="dk1"/>
                </a:solidFill>
              </a:rPr>
              <a:t>...), ти можеш створити один </a:t>
            </a:r>
            <a:r>
              <a:rPr lang="uk" sz="1467" b="1">
                <a:solidFill>
                  <a:schemeClr val="dk1"/>
                </a:solidFill>
              </a:rPr>
              <a:t>масив</a:t>
            </a:r>
            <a:r>
              <a:rPr lang="uk" sz="1467">
                <a:solidFill>
                  <a:schemeClr val="dk1"/>
                </a:solidFill>
              </a:rPr>
              <a:t>, який буде містити всі ці оцінки.</a:t>
            </a:r>
            <a:endParaRPr sz="1467">
              <a:solidFill>
                <a:schemeClr val="dk1"/>
              </a:solidFill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298167" y="2257567"/>
            <a:ext cx="11462000" cy="1375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609585" indent="-397923">
              <a:buClr>
                <a:schemeClr val="dk1"/>
              </a:buClr>
              <a:buSzPts val="1100"/>
              <a:buChar char="●"/>
            </a:pPr>
            <a:r>
              <a:rPr lang="uk" sz="1467">
                <a:solidFill>
                  <a:schemeClr val="dk1"/>
                </a:solidFill>
              </a:rPr>
              <a:t>Усі "речі" в коробці (масиві) повинні бути одного типу. Наприклад, масив для чисел (цілих, дробових) або масив для текстів.</a:t>
            </a:r>
            <a:endParaRPr sz="1467">
              <a:solidFill>
                <a:schemeClr val="dk1"/>
              </a:solidFill>
            </a:endParaRPr>
          </a:p>
          <a:p>
            <a:pPr marL="609585" indent="-397923">
              <a:buClr>
                <a:schemeClr val="dk1"/>
              </a:buClr>
              <a:buSzPts val="1100"/>
              <a:buChar char="●"/>
            </a:pPr>
            <a:r>
              <a:rPr lang="uk" sz="1467" b="1">
                <a:solidFill>
                  <a:schemeClr val="dk1"/>
                </a:solidFill>
              </a:rPr>
              <a:t>К</a:t>
            </a:r>
            <a:r>
              <a:rPr lang="uk" sz="1467">
                <a:solidFill>
                  <a:schemeClr val="dk1"/>
                </a:solidFill>
              </a:rPr>
              <a:t>оли ти створюєш масив, ти одразу кажеш, скільки місця він займає. Наприклад, "масив на 10 оцінок". Цей розмір потім не можна змінити.</a:t>
            </a:r>
            <a:endParaRPr sz="1467">
              <a:solidFill>
                <a:schemeClr val="dk1"/>
              </a:solidFill>
            </a:endParaRPr>
          </a:p>
          <a:p>
            <a:pPr marL="609585" indent="-397923">
              <a:buClr>
                <a:schemeClr val="dk1"/>
              </a:buClr>
              <a:buSzPts val="1100"/>
              <a:buChar char="●"/>
            </a:pPr>
            <a:r>
              <a:rPr lang="uk" sz="1467" b="1">
                <a:solidFill>
                  <a:schemeClr val="dk1"/>
                </a:solidFill>
              </a:rPr>
              <a:t>Доступ за номером (індексом):</a:t>
            </a:r>
            <a:r>
              <a:rPr lang="uk" sz="1467">
                <a:solidFill>
                  <a:schemeClr val="dk1"/>
                </a:solidFill>
              </a:rPr>
              <a:t> Щоб дістати або змінити якусь "річ" із коробки, ти використовуєш її "номер". Але пам'ятай, що нумерація в масивах завжди починається з </a:t>
            </a:r>
            <a:r>
              <a:rPr lang="uk" sz="1467" b="1">
                <a:solidFill>
                  <a:schemeClr val="dk1"/>
                </a:solidFill>
              </a:rPr>
              <a:t>0</a:t>
            </a:r>
            <a:r>
              <a:rPr lang="uk" sz="1467">
                <a:solidFill>
                  <a:schemeClr val="dk1"/>
                </a:solidFill>
              </a:rPr>
              <a:t>. Тобто, перший елемент має індекс 0, другий — 1, і так далі.</a:t>
            </a:r>
            <a:endParaRPr sz="1467">
              <a:solidFill>
                <a:schemeClr val="dk1"/>
              </a:solidFill>
            </a:endParaRPr>
          </a:p>
        </p:txBody>
      </p:sp>
      <p:sp>
        <p:nvSpPr>
          <p:cNvPr id="69" name="Google Shape;69;p15"/>
          <p:cNvSpPr txBox="1"/>
          <p:nvPr/>
        </p:nvSpPr>
        <p:spPr>
          <a:xfrm>
            <a:off x="491100" y="3797334"/>
            <a:ext cx="10304400" cy="3016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uk" sz="1200">
                <a:latin typeface="Courier New"/>
                <a:ea typeface="Courier New"/>
                <a:cs typeface="Courier New"/>
                <a:sym typeface="Courier New"/>
              </a:rPr>
              <a:t>// Створюємо масив на 5 цілих чисел (оцінок)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uk" sz="1200">
                <a:latin typeface="Courier New"/>
                <a:ea typeface="Courier New"/>
                <a:cs typeface="Courier New"/>
                <a:sym typeface="Courier New"/>
              </a:rPr>
              <a:t>int[] grades = new int[5];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uk" sz="1200">
                <a:latin typeface="Courier New"/>
                <a:ea typeface="Courier New"/>
                <a:cs typeface="Courier New"/>
                <a:sym typeface="Courier New"/>
              </a:rPr>
              <a:t>// Присвоюємо значення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uk" sz="1200">
                <a:latin typeface="Courier New"/>
                <a:ea typeface="Courier New"/>
                <a:cs typeface="Courier New"/>
                <a:sym typeface="Courier New"/>
              </a:rPr>
              <a:t>grades[0] = 5; // Перша оцінка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uk" sz="1200">
                <a:latin typeface="Courier New"/>
                <a:ea typeface="Courier New"/>
                <a:cs typeface="Courier New"/>
                <a:sym typeface="Courier New"/>
              </a:rPr>
              <a:t>grades[1] = 4; // Друга оцінка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uk" sz="1200">
                <a:latin typeface="Courier New"/>
                <a:ea typeface="Courier New"/>
                <a:cs typeface="Courier New"/>
                <a:sym typeface="Courier New"/>
              </a:rPr>
              <a:t>grades[2] = 5; // ...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uk" sz="1200">
                <a:latin typeface="Courier New"/>
                <a:ea typeface="Courier New"/>
                <a:cs typeface="Courier New"/>
                <a:sym typeface="Courier New"/>
              </a:rPr>
              <a:t>grades[3] = 3;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uk" sz="1200">
                <a:latin typeface="Courier New"/>
                <a:ea typeface="Courier New"/>
                <a:cs typeface="Courier New"/>
                <a:sym typeface="Courier New"/>
              </a:rPr>
              <a:t>grades[4] = 4; // Остання оцінка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uk" sz="1200">
                <a:latin typeface="Courier New"/>
                <a:ea typeface="Courier New"/>
                <a:cs typeface="Courier New"/>
                <a:sym typeface="Courier New"/>
              </a:rPr>
              <a:t>// Щоб вивести другу оцінку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uk" sz="1200">
                <a:latin typeface="Courier New"/>
                <a:ea typeface="Courier New"/>
                <a:cs typeface="Courier New"/>
                <a:sym typeface="Courier New"/>
              </a:rPr>
              <a:t>Console.WriteLine(grades[1]); // Виведе 4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uk" sz="1200">
                <a:latin typeface="Courier New"/>
                <a:ea typeface="Courier New"/>
                <a:cs typeface="Courier New"/>
                <a:sym typeface="Courier New"/>
              </a:rPr>
              <a:t>// Щоб змінити останню оцінку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uk" sz="1200">
                <a:latin typeface="Courier New"/>
                <a:ea typeface="Courier New"/>
                <a:cs typeface="Courier New"/>
                <a:sym typeface="Courier New"/>
              </a:rPr>
              <a:t>grades[4] = 5;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70" name="Google Shape;70;p15"/>
          <p:cNvSpPr txBox="1"/>
          <p:nvPr/>
        </p:nvSpPr>
        <p:spPr>
          <a:xfrm>
            <a:off x="7953100" y="4731134"/>
            <a:ext cx="4000000" cy="1149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uk" sz="1467" b="1">
                <a:solidFill>
                  <a:schemeClr val="dk1"/>
                </a:solidFill>
              </a:rPr>
              <a:t>Колекція</a:t>
            </a:r>
            <a:r>
              <a:rPr lang="uk" sz="1467">
                <a:solidFill>
                  <a:schemeClr val="dk1"/>
                </a:solidFill>
              </a:rPr>
              <a:t> однотипних даних.</a:t>
            </a:r>
            <a:endParaRPr sz="1467">
              <a:solidFill>
                <a:schemeClr val="dk1"/>
              </a:solidFill>
            </a:endParaRPr>
          </a:p>
          <a:p>
            <a:r>
              <a:rPr lang="uk" sz="1467">
                <a:solidFill>
                  <a:schemeClr val="dk1"/>
                </a:solidFill>
              </a:rPr>
              <a:t>З </a:t>
            </a:r>
            <a:r>
              <a:rPr lang="uk" sz="1467" b="1">
                <a:solidFill>
                  <a:schemeClr val="dk1"/>
                </a:solidFill>
              </a:rPr>
              <a:t>фіксованим розміром</a:t>
            </a:r>
            <a:r>
              <a:rPr lang="uk" sz="1467">
                <a:solidFill>
                  <a:schemeClr val="dk1"/>
                </a:solidFill>
              </a:rPr>
              <a:t>.</a:t>
            </a:r>
            <a:endParaRPr sz="1467">
              <a:solidFill>
                <a:schemeClr val="dk1"/>
              </a:solidFill>
            </a:endParaRPr>
          </a:p>
          <a:p>
            <a:r>
              <a:rPr lang="uk" sz="1467">
                <a:solidFill>
                  <a:schemeClr val="dk1"/>
                </a:solidFill>
              </a:rPr>
              <a:t>Доступ до елементів відбувається за їхнім </a:t>
            </a:r>
            <a:r>
              <a:rPr lang="uk" sz="1467" b="1">
                <a:solidFill>
                  <a:schemeClr val="dk1"/>
                </a:solidFill>
              </a:rPr>
              <a:t>індексом</a:t>
            </a:r>
            <a:r>
              <a:rPr lang="uk" sz="1467">
                <a:solidFill>
                  <a:schemeClr val="dk1"/>
                </a:solidFill>
              </a:rPr>
              <a:t>, який починається з </a:t>
            </a:r>
            <a:r>
              <a:rPr lang="uk" sz="1467" b="1">
                <a:solidFill>
                  <a:schemeClr val="dk1"/>
                </a:solidFill>
              </a:rPr>
              <a:t>0</a:t>
            </a:r>
            <a:r>
              <a:rPr lang="uk" sz="1467">
                <a:solidFill>
                  <a:schemeClr val="dk1"/>
                </a:solidFill>
              </a:rPr>
              <a:t>.</a:t>
            </a:r>
            <a:endParaRPr sz="1467">
              <a:solidFill>
                <a:schemeClr val="dk1"/>
              </a:solidFill>
            </a:endParaRPr>
          </a:p>
        </p:txBody>
      </p:sp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3">
            <p14:nvContentPartPr>
              <p14:cNvPr id="2" name="Рукописні дані 1">
                <a:extLst>
                  <a:ext uri="{FF2B5EF4-FFF2-40B4-BE49-F238E27FC236}">
                    <a16:creationId xmlns:a16="http://schemas.microsoft.com/office/drawing/2014/main" id="{444F0641-30A7-4EA5-949C-90A47B069756}"/>
                  </a:ext>
                </a:extLst>
              </p14:cNvPr>
              <p14:cNvContentPartPr/>
              <p14:nvPr/>
            </p14:nvContentPartPr>
            <p14:xfrm>
              <a:off x="6181605" y="1323900"/>
              <a:ext cx="360" cy="360"/>
            </p14:xfrm>
          </p:contentPart>
        </mc:Choice>
        <mc:Fallback>
          <p:pic>
            <p:nvPicPr>
              <p:cNvPr id="2" name="Рукописні дані 1">
                <a:extLst>
                  <a:ext uri="{FF2B5EF4-FFF2-40B4-BE49-F238E27FC236}">
                    <a16:creationId xmlns:a16="http://schemas.microsoft.com/office/drawing/2014/main" id="{444F0641-30A7-4EA5-949C-90A47B06975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72965" y="1315260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/>
          <p:nvPr/>
        </p:nvSpPr>
        <p:spPr>
          <a:xfrm>
            <a:off x="7642225" y="884239"/>
            <a:ext cx="6732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endParaRPr sz="1067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7" name="Google Shape;77;p16"/>
          <p:cNvGraphicFramePr/>
          <p:nvPr/>
        </p:nvGraphicFramePr>
        <p:xfrm>
          <a:off x="2752725" y="2051051"/>
          <a:ext cx="6096000" cy="52032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2032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100"/>
                        <a:buFont typeface="Arial"/>
                        <a:buNone/>
                      </a:pPr>
                      <a:r>
                        <a:rPr lang="uk" sz="28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500"/>
                    </a:p>
                  </a:txBody>
                  <a:tcPr marL="90000" marR="90000" marT="46800" marB="46800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100"/>
                        <a:buFont typeface="Arial"/>
                        <a:buNone/>
                      </a:pPr>
                      <a:r>
                        <a:rPr lang="uk" sz="28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500"/>
                    </a:p>
                  </a:txBody>
                  <a:tcPr marL="90000" marR="90000" marT="46800" marB="46800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100"/>
                        <a:buFont typeface="Arial"/>
                        <a:buNone/>
                      </a:pPr>
                      <a:r>
                        <a:rPr lang="uk" sz="28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</a:t>
                      </a:r>
                      <a:endParaRPr sz="1500"/>
                    </a:p>
                  </a:txBody>
                  <a:tcPr marL="90000" marR="90000" marT="46800" marB="46800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100"/>
                        <a:buFont typeface="Arial"/>
                        <a:buNone/>
                      </a:pPr>
                      <a:r>
                        <a:rPr lang="uk" sz="28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 sz="1500"/>
                    </a:p>
                  </a:txBody>
                  <a:tcPr marL="90000" marR="90000" marT="46800" marB="46800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100"/>
                        <a:buFont typeface="Arial"/>
                        <a:buNone/>
                      </a:pPr>
                      <a:r>
                        <a:rPr lang="uk" sz="28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25</a:t>
                      </a:r>
                      <a:endParaRPr sz="1500"/>
                    </a:p>
                  </a:txBody>
                  <a:tcPr marL="90000" marR="90000" marT="46800" marB="46800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8" name="Google Shape;78;p16"/>
          <p:cNvGraphicFramePr/>
          <p:nvPr/>
        </p:nvGraphicFramePr>
        <p:xfrm>
          <a:off x="2773363" y="1517651"/>
          <a:ext cx="6096000" cy="506433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64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imes New Roman"/>
                        <a:buNone/>
                      </a:pPr>
                      <a:r>
                        <a:rPr lang="uk" sz="2400" b="1" i="0" u="none" strike="noStrike" cap="non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</a:t>
                      </a:r>
                      <a:endParaRPr sz="1500"/>
                    </a:p>
                  </a:txBody>
                  <a:tcPr marL="90000" marR="90000" marT="46800" marB="46800">
                    <a:lnL w="71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imes New Roman"/>
                        <a:buNone/>
                      </a:pPr>
                      <a:r>
                        <a:rPr lang="uk" sz="2400" b="1" i="0" u="none" strike="noStrike" cap="non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</a:t>
                      </a:r>
                      <a:endParaRPr sz="1500"/>
                    </a:p>
                  </a:txBody>
                  <a:tcPr marL="90000" marR="90000" marT="46800" marB="46800">
                    <a:lnL w="71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imes New Roman"/>
                        <a:buNone/>
                      </a:pPr>
                      <a:r>
                        <a:rPr lang="uk" sz="2400" b="1" i="0" u="none" strike="noStrike" cap="non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</a:t>
                      </a:r>
                      <a:endParaRPr sz="1500"/>
                    </a:p>
                  </a:txBody>
                  <a:tcPr marL="90000" marR="90000" marT="46800" marB="46800">
                    <a:lnL w="71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imes New Roman"/>
                        <a:buNone/>
                      </a:pPr>
                      <a:r>
                        <a:rPr lang="uk" sz="2400" b="1" i="0" u="none" strike="noStrike" cap="non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  <a:endParaRPr sz="1500"/>
                    </a:p>
                  </a:txBody>
                  <a:tcPr marL="90000" marR="90000" marT="46800" marB="46800">
                    <a:lnL w="71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imes New Roman"/>
                        <a:buNone/>
                      </a:pPr>
                      <a:r>
                        <a:rPr lang="uk" sz="2400" b="1" i="0" u="none" strike="noStrike" cap="non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</a:t>
                      </a:r>
                      <a:endParaRPr sz="1500"/>
                    </a:p>
                  </a:txBody>
                  <a:tcPr marL="90000" marR="90000" marT="46800" marB="46800">
                    <a:lnL w="71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15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9" name="Google Shape;79;p16"/>
          <p:cNvSpPr/>
          <p:nvPr/>
        </p:nvSpPr>
        <p:spPr>
          <a:xfrm>
            <a:off x="2217739" y="1277492"/>
            <a:ext cx="7426000" cy="1802400"/>
          </a:xfrm>
          <a:prstGeom prst="ellipse">
            <a:avLst/>
          </a:prstGeom>
          <a:noFill/>
          <a:ln w="143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0000" tIns="46800" rIns="90000" bIns="46800" anchor="ctr" anchorCtr="0">
            <a:noAutofit/>
          </a:bodyPr>
          <a:lstStyle/>
          <a:p>
            <a:endParaRPr sz="18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6"/>
          <p:cNvSpPr/>
          <p:nvPr/>
        </p:nvSpPr>
        <p:spPr>
          <a:xfrm>
            <a:off x="2217739" y="1123728"/>
            <a:ext cx="522400" cy="489200"/>
          </a:xfrm>
          <a:prstGeom prst="rect">
            <a:avLst/>
          </a:prstGeom>
          <a:solidFill>
            <a:srgbClr val="FFFF99"/>
          </a:solidFill>
          <a:ln>
            <a:noFill/>
          </a:ln>
          <a:effectLst>
            <a:outerShdw dist="26941" dir="2700000" algn="ctr" rotWithShape="0">
              <a:schemeClr val="dk1"/>
            </a:outerShdw>
          </a:effectLst>
        </p:spPr>
        <p:txBody>
          <a:bodyPr spcFirstLastPara="1" wrap="square" lIns="90000" tIns="46800" rIns="90000" bIns="46800" anchor="ctr" anchorCtr="0">
            <a:noAutofit/>
          </a:bodyPr>
          <a:lstStyle/>
          <a:p>
            <a:pPr algn="ctr"/>
            <a:r>
              <a:rPr lang="uk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6"/>
          <p:cNvSpPr/>
          <p:nvPr/>
        </p:nvSpPr>
        <p:spPr>
          <a:xfrm>
            <a:off x="2740027" y="1136280"/>
            <a:ext cx="981600" cy="46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/>
          <a:p>
            <a:pPr algn="ctr"/>
            <a:r>
              <a:rPr lang="uk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масив</a:t>
            </a: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2" name="Google Shape;82;p16"/>
          <p:cNvSpPr/>
          <p:nvPr/>
        </p:nvSpPr>
        <p:spPr>
          <a:xfrm>
            <a:off x="5299076" y="1414463"/>
            <a:ext cx="892400" cy="533600"/>
          </a:xfrm>
          <a:prstGeom prst="rect">
            <a:avLst/>
          </a:prstGeom>
          <a:solidFill>
            <a:srgbClr val="FFFF99"/>
          </a:solidFill>
          <a:ln>
            <a:noFill/>
          </a:ln>
          <a:effectLst>
            <a:outerShdw dist="26941" dir="2700000" algn="ctr" rotWithShape="0">
              <a:schemeClr val="dk1"/>
            </a:outerShdw>
          </a:effectLst>
        </p:spPr>
        <p:txBody>
          <a:bodyPr spcFirstLastPara="1" wrap="square" lIns="90000" tIns="46800" rIns="90000" bIns="46800" anchor="ctr" anchorCtr="0">
            <a:noAutofit/>
          </a:bodyPr>
          <a:lstStyle/>
          <a:p>
            <a:pPr algn="ctr"/>
            <a:r>
              <a:rPr lang="uk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67"/>
          </a:p>
        </p:txBody>
      </p:sp>
      <p:sp>
        <p:nvSpPr>
          <p:cNvPr id="83" name="Google Shape;83;p16"/>
          <p:cNvSpPr/>
          <p:nvPr/>
        </p:nvSpPr>
        <p:spPr>
          <a:xfrm>
            <a:off x="5081589" y="1925639"/>
            <a:ext cx="1404800" cy="773200"/>
          </a:xfrm>
          <a:prstGeom prst="rect">
            <a:avLst/>
          </a:prstGeom>
          <a:solidFill>
            <a:srgbClr val="FFFF99"/>
          </a:solidFill>
          <a:ln>
            <a:noFill/>
          </a:ln>
          <a:effectLst>
            <a:outerShdw dist="26941" dir="2700000" algn="ctr" rotWithShape="0">
              <a:schemeClr val="dk1"/>
            </a:outerShdw>
          </a:effectLst>
        </p:spPr>
        <p:txBody>
          <a:bodyPr spcFirstLastPara="1" wrap="square" lIns="90000" tIns="46800" rIns="90000" bIns="46800" anchor="ctr" anchorCtr="0">
            <a:noAutofit/>
          </a:bodyPr>
          <a:lstStyle/>
          <a:p>
            <a:pPr algn="ctr"/>
            <a:r>
              <a:rPr lang="uk" sz="3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15</a:t>
            </a:r>
            <a:endParaRPr sz="1467"/>
          </a:p>
        </p:txBody>
      </p:sp>
      <p:sp>
        <p:nvSpPr>
          <p:cNvPr id="84" name="Google Shape;84;p16"/>
          <p:cNvSpPr/>
          <p:nvPr/>
        </p:nvSpPr>
        <p:spPr>
          <a:xfrm>
            <a:off x="7810512" y="714357"/>
            <a:ext cx="2459200" cy="998400"/>
          </a:xfrm>
          <a:prstGeom prst="wedgeRoundRectCallout">
            <a:avLst>
              <a:gd name="adj1" fmla="val -121403"/>
              <a:gd name="adj2" fmla="val 45866"/>
              <a:gd name="adj3" fmla="val 16667"/>
            </a:avLst>
          </a:prstGeom>
          <a:solidFill>
            <a:srgbClr val="D8D8D8"/>
          </a:solidFill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  <a:effectLst>
            <a:outerShdw dist="26941" dir="2700000" algn="ctr" rotWithShape="0">
              <a:schemeClr val="dk2"/>
            </a:outerShdw>
          </a:effectLst>
        </p:spPr>
        <p:txBody>
          <a:bodyPr spcFirstLastPara="1" wrap="square" lIns="90000" tIns="46800" rIns="90000" bIns="46800" anchor="ctr" anchorCtr="0">
            <a:noAutofit/>
          </a:bodyPr>
          <a:lstStyle/>
          <a:p>
            <a:pPr algn="ctr"/>
            <a:r>
              <a:rPr lang="uk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НОМЕР </a:t>
            </a:r>
            <a:br>
              <a:rPr lang="uk" sz="1867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uk" sz="1867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елементу масиву</a:t>
            </a:r>
            <a:endParaRPr sz="1867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/>
            <a:r>
              <a:rPr lang="uk" sz="1867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(ІНДЕКС)</a:t>
            </a:r>
            <a:endParaRPr sz="1467"/>
          </a:p>
        </p:txBody>
      </p:sp>
      <p:sp>
        <p:nvSpPr>
          <p:cNvPr id="85" name="Google Shape;85;p16"/>
          <p:cNvSpPr/>
          <p:nvPr/>
        </p:nvSpPr>
        <p:spPr>
          <a:xfrm>
            <a:off x="2803525" y="3198813"/>
            <a:ext cx="1036400" cy="476400"/>
          </a:xfrm>
          <a:prstGeom prst="wedgeRoundRectCallout">
            <a:avLst>
              <a:gd name="adj1" fmla="val 4213"/>
              <a:gd name="adj2" fmla="val -171333"/>
              <a:gd name="adj3" fmla="val 16667"/>
            </a:avLst>
          </a:prstGeom>
          <a:solidFill>
            <a:srgbClr val="D8D8D8"/>
          </a:solidFill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  <a:effectLst>
            <a:outerShdw dist="26941" dir="2700000" algn="ctr" rotWithShape="0">
              <a:schemeClr val="dk2"/>
            </a:outerShdw>
          </a:effectLst>
        </p:spPr>
        <p:txBody>
          <a:bodyPr spcFirstLastPara="1" wrap="square" lIns="90000" tIns="46800" rIns="90000" bIns="46800" anchor="ctr" anchorCtr="0">
            <a:noAutofit/>
          </a:bodyPr>
          <a:lstStyle/>
          <a:p>
            <a:pPr algn="ctr"/>
            <a:r>
              <a:rPr lang="uk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a[0]</a:t>
            </a: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6" name="Google Shape;86;p16"/>
          <p:cNvSpPr/>
          <p:nvPr/>
        </p:nvSpPr>
        <p:spPr>
          <a:xfrm>
            <a:off x="4019551" y="3198813"/>
            <a:ext cx="1036400" cy="476400"/>
          </a:xfrm>
          <a:prstGeom prst="wedgeRoundRectCallout">
            <a:avLst>
              <a:gd name="adj1" fmla="val 3597"/>
              <a:gd name="adj2" fmla="val -185333"/>
              <a:gd name="adj3" fmla="val 16667"/>
            </a:avLst>
          </a:prstGeom>
          <a:solidFill>
            <a:srgbClr val="D8D8D8"/>
          </a:solidFill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  <a:effectLst>
            <a:outerShdw dist="26941" dir="2700000" algn="ctr" rotWithShape="0">
              <a:schemeClr val="dk2"/>
            </a:outerShdw>
          </a:effectLst>
        </p:spPr>
        <p:txBody>
          <a:bodyPr spcFirstLastPara="1" wrap="square" lIns="90000" tIns="46800" rIns="90000" bIns="46800" anchor="ctr" anchorCtr="0">
            <a:noAutofit/>
          </a:bodyPr>
          <a:lstStyle/>
          <a:p>
            <a:pPr algn="ctr"/>
            <a:r>
              <a:rPr lang="uk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a[1]</a:t>
            </a: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5235575" y="3198813"/>
            <a:ext cx="1036400" cy="476400"/>
          </a:xfrm>
          <a:prstGeom prst="wedgeRoundRectCallout">
            <a:avLst>
              <a:gd name="adj1" fmla="val 7731"/>
              <a:gd name="adj2" fmla="val -178333"/>
              <a:gd name="adj3" fmla="val 16667"/>
            </a:avLst>
          </a:prstGeom>
          <a:solidFill>
            <a:srgbClr val="D8D8D8"/>
          </a:solidFill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  <a:effectLst>
            <a:outerShdw dist="26941" dir="2700000" algn="ctr" rotWithShape="0">
              <a:schemeClr val="dk2"/>
            </a:outerShdw>
          </a:effectLst>
        </p:spPr>
        <p:txBody>
          <a:bodyPr spcFirstLastPara="1" wrap="square" lIns="90000" tIns="46800" rIns="90000" bIns="46800" anchor="ctr" anchorCtr="0">
            <a:noAutofit/>
          </a:bodyPr>
          <a:lstStyle/>
          <a:p>
            <a:pPr algn="ctr"/>
            <a:r>
              <a:rPr lang="uk" sz="2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a[2]</a:t>
            </a:r>
            <a:endParaRPr sz="24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88" name="Google Shape;88;p16"/>
          <p:cNvSpPr/>
          <p:nvPr/>
        </p:nvSpPr>
        <p:spPr>
          <a:xfrm>
            <a:off x="6451600" y="3198813"/>
            <a:ext cx="1036400" cy="476400"/>
          </a:xfrm>
          <a:prstGeom prst="wedgeRoundRectCallout">
            <a:avLst>
              <a:gd name="adj1" fmla="val 1454"/>
              <a:gd name="adj2" fmla="val -182667"/>
              <a:gd name="adj3" fmla="val 16667"/>
            </a:avLst>
          </a:prstGeom>
          <a:solidFill>
            <a:srgbClr val="D8D8D8"/>
          </a:solidFill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  <a:effectLst>
            <a:outerShdw dist="26941" dir="2700000" algn="ctr" rotWithShape="0">
              <a:schemeClr val="dk2"/>
            </a:outerShdw>
          </a:effectLst>
        </p:spPr>
        <p:txBody>
          <a:bodyPr spcFirstLastPara="1" wrap="square" lIns="90000" tIns="46800" rIns="90000" bIns="46800" anchor="ctr" anchorCtr="0">
            <a:noAutofit/>
          </a:bodyPr>
          <a:lstStyle/>
          <a:p>
            <a:pPr algn="ctr"/>
            <a:r>
              <a:rPr lang="uk" sz="2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a[3]</a:t>
            </a:r>
            <a:endParaRPr sz="24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89" name="Google Shape;89;p16"/>
          <p:cNvSpPr/>
          <p:nvPr/>
        </p:nvSpPr>
        <p:spPr>
          <a:xfrm>
            <a:off x="7669215" y="3198813"/>
            <a:ext cx="1036400" cy="476400"/>
          </a:xfrm>
          <a:prstGeom prst="wedgeRoundRectCallout">
            <a:avLst>
              <a:gd name="adj1" fmla="val 1454"/>
              <a:gd name="adj2" fmla="val -185000"/>
              <a:gd name="adj3" fmla="val 16667"/>
            </a:avLst>
          </a:prstGeom>
          <a:solidFill>
            <a:srgbClr val="D8D8D8"/>
          </a:solidFill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  <a:effectLst>
            <a:outerShdw dist="26941" dir="2700000" algn="ctr" rotWithShape="0">
              <a:schemeClr val="dk2"/>
            </a:outerShdw>
          </a:effectLst>
        </p:spPr>
        <p:txBody>
          <a:bodyPr spcFirstLastPara="1" wrap="square" lIns="90000" tIns="46800" rIns="90000" bIns="46800" anchor="ctr" anchorCtr="0">
            <a:noAutofit/>
          </a:bodyPr>
          <a:lstStyle/>
          <a:p>
            <a:pPr algn="ctr"/>
            <a:r>
              <a:rPr lang="uk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a[4]</a:t>
            </a: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0" name="Google Shape;90;p16"/>
          <p:cNvSpPr/>
          <p:nvPr/>
        </p:nvSpPr>
        <p:spPr>
          <a:xfrm>
            <a:off x="104775" y="1947863"/>
            <a:ext cx="2352400" cy="841600"/>
          </a:xfrm>
          <a:prstGeom prst="wedgeRoundRectCallout">
            <a:avLst>
              <a:gd name="adj1" fmla="val -18218"/>
              <a:gd name="adj2" fmla="val -124889"/>
              <a:gd name="adj3" fmla="val 16667"/>
            </a:avLst>
          </a:prstGeom>
          <a:solidFill>
            <a:srgbClr val="D8D8D8"/>
          </a:solidFill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  <a:effectLst>
            <a:outerShdw dist="26941" dir="2700000" algn="ctr" rotWithShape="0">
              <a:schemeClr val="dk2"/>
            </a:outerShdw>
          </a:effectLst>
        </p:spPr>
        <p:txBody>
          <a:bodyPr spcFirstLastPara="1" wrap="square" lIns="90000" tIns="46800" rIns="90000" bIns="46800" anchor="ctr" anchorCtr="0">
            <a:noAutofit/>
          </a:bodyPr>
          <a:lstStyle/>
          <a:p>
            <a:pPr algn="ctr"/>
            <a:r>
              <a:rPr lang="uk" sz="1867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ЗНАЧЕННЯ елементу масиву</a:t>
            </a:r>
            <a:endParaRPr sz="1867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1" name="Google Shape;91;p16"/>
          <p:cNvSpPr/>
          <p:nvPr/>
        </p:nvSpPr>
        <p:spPr>
          <a:xfrm>
            <a:off x="5154613" y="4092576"/>
            <a:ext cx="1687600" cy="11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/>
          <a:p>
            <a:pPr algn="ctr"/>
            <a:r>
              <a:rPr lang="uk" sz="4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a[2]</a:t>
            </a:r>
            <a:endParaRPr sz="4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2" name="Google Shape;92;p16"/>
          <p:cNvSpPr/>
          <p:nvPr/>
        </p:nvSpPr>
        <p:spPr>
          <a:xfrm>
            <a:off x="7453323" y="4029075"/>
            <a:ext cx="2840000" cy="801600"/>
          </a:xfrm>
          <a:prstGeom prst="wedgeRoundRectCallout">
            <a:avLst>
              <a:gd name="adj1" fmla="val -81863"/>
              <a:gd name="adj2" fmla="val 29092"/>
              <a:gd name="adj3" fmla="val 16667"/>
            </a:avLst>
          </a:prstGeom>
          <a:solidFill>
            <a:srgbClr val="D8D8D8"/>
          </a:solidFill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  <a:effectLst>
            <a:outerShdw dist="26941" dir="2700000" algn="ctr" rotWithShape="0">
              <a:schemeClr val="dk2"/>
            </a:outerShdw>
          </a:effectLst>
        </p:spPr>
        <p:txBody>
          <a:bodyPr spcFirstLastPara="1" wrap="square" lIns="90000" tIns="46800" rIns="90000" bIns="46800" anchor="ctr" anchorCtr="0">
            <a:noAutofit/>
          </a:bodyPr>
          <a:lstStyle/>
          <a:p>
            <a:pPr algn="ctr"/>
            <a:r>
              <a:rPr lang="uk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НОМЕР (ІНДЕКС) </a:t>
            </a:r>
            <a:br>
              <a:rPr lang="uk" sz="1867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uk" sz="1867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елементу масиву: 2</a:t>
            </a:r>
            <a:endParaRPr sz="1867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3" name="Google Shape;93;p16"/>
          <p:cNvSpPr/>
          <p:nvPr/>
        </p:nvSpPr>
        <p:spPr>
          <a:xfrm>
            <a:off x="2024033" y="4143381"/>
            <a:ext cx="2941600" cy="714400"/>
          </a:xfrm>
          <a:prstGeom prst="wedgeRoundRectCallout">
            <a:avLst>
              <a:gd name="adj1" fmla="val 60925"/>
              <a:gd name="adj2" fmla="val 13122"/>
              <a:gd name="adj3" fmla="val 16667"/>
            </a:avLst>
          </a:prstGeom>
          <a:solidFill>
            <a:srgbClr val="D8D8D8"/>
          </a:solidFill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  <a:effectLst>
            <a:outerShdw dist="26941" dir="2700000" algn="ctr" rotWithShape="0">
              <a:schemeClr val="dk2"/>
            </a:outerShdw>
          </a:effectLst>
        </p:spPr>
        <p:txBody>
          <a:bodyPr spcFirstLastPara="1" wrap="square" lIns="90000" tIns="46800" rIns="90000" bIns="46800" anchor="ctr" anchorCtr="0">
            <a:noAutofit/>
          </a:bodyPr>
          <a:lstStyle/>
          <a:p>
            <a:pPr algn="ctr"/>
            <a:r>
              <a:rPr lang="uk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ЗНАЧЕННЯ</a:t>
            </a:r>
            <a:r>
              <a:rPr lang="uk" sz="1867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br>
              <a:rPr lang="uk" sz="1867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uk" sz="1867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елементу масиву: 15 </a:t>
            </a:r>
            <a:endParaRPr sz="1867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5170489" y="4081463"/>
            <a:ext cx="1654400" cy="1143200"/>
          </a:xfrm>
          <a:prstGeom prst="ellipse">
            <a:avLst/>
          </a:prstGeom>
          <a:noFill/>
          <a:ln w="143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0000" tIns="46800" rIns="90000" bIns="46800" anchor="ctr" anchorCtr="0">
            <a:noAutofit/>
          </a:bodyPr>
          <a:lstStyle/>
          <a:p>
            <a:endParaRPr sz="18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6"/>
          <p:cNvSpPr/>
          <p:nvPr/>
        </p:nvSpPr>
        <p:spPr>
          <a:xfrm>
            <a:off x="5860229" y="4403263"/>
            <a:ext cx="511200" cy="611200"/>
          </a:xfrm>
          <a:prstGeom prst="ellipse">
            <a:avLst/>
          </a:prstGeom>
          <a:noFill/>
          <a:ln w="143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0000" tIns="46800" rIns="90000" bIns="46800" anchor="ctr" anchorCtr="0">
            <a:noAutofit/>
          </a:bodyPr>
          <a:lstStyle/>
          <a:p>
            <a:endParaRPr sz="1867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6" name="Google Shape;96;p16"/>
          <p:cNvGrpSpPr/>
          <p:nvPr/>
        </p:nvGrpSpPr>
        <p:grpSpPr>
          <a:xfrm>
            <a:off x="2024035" y="5286383"/>
            <a:ext cx="8086725" cy="936625"/>
            <a:chOff x="350" y="3436"/>
            <a:chExt cx="5094" cy="590"/>
          </a:xfrm>
        </p:grpSpPr>
        <p:sp>
          <p:nvSpPr>
            <p:cNvPr id="97" name="Google Shape;97;p16"/>
            <p:cNvSpPr txBox="1"/>
            <p:nvPr/>
          </p:nvSpPr>
          <p:spPr>
            <a:xfrm>
              <a:off x="644" y="3503"/>
              <a:ext cx="4800" cy="523"/>
            </a:xfrm>
            <a:prstGeom prst="rect">
              <a:avLst/>
            </a:prstGeom>
            <a:solidFill>
              <a:srgbClr val="D8D8D8"/>
            </a:solidFill>
            <a:ln w="9525" cap="flat" cmpd="sng">
              <a:solidFill>
                <a:srgbClr val="00008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33" tIns="45700" rIns="91433" bIns="45700" anchor="t" anchorCtr="0">
              <a:spAutoFit/>
            </a:bodyPr>
            <a:lstStyle/>
            <a:p>
              <a:pPr algn="ctr"/>
              <a:r>
                <a:rPr lang="uk" sz="2400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  Нумерація елементів масиву в Java починаєтся з  </a:t>
              </a:r>
              <a:r>
                <a:rPr lang="uk" sz="2400">
                  <a:solidFill>
                    <a:srgbClr val="FF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НУЛЯ</a:t>
              </a:r>
              <a:r>
                <a:rPr lang="uk" sz="2400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!</a:t>
              </a:r>
              <a:endParaRPr sz="1467"/>
            </a:p>
          </p:txBody>
        </p:sp>
        <p:sp>
          <p:nvSpPr>
            <p:cNvPr id="98" name="Google Shape;98;p16"/>
            <p:cNvSpPr/>
            <p:nvPr/>
          </p:nvSpPr>
          <p:spPr>
            <a:xfrm>
              <a:off x="350" y="3436"/>
              <a:ext cx="300" cy="300"/>
            </a:xfrm>
            <a:prstGeom prst="ellipse">
              <a:avLst/>
            </a:prstGeom>
            <a:solidFill>
              <a:srgbClr val="D8D8D8"/>
            </a:solidFill>
            <a:ln w="71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33" tIns="45700" rIns="91433" bIns="45700" anchor="ctr" anchorCtr="0">
              <a:noAutofit/>
            </a:bodyPr>
            <a:lstStyle/>
            <a:p>
              <a:pPr algn="ctr"/>
              <a:r>
                <a:rPr lang="uk" sz="4400">
                  <a:solidFill>
                    <a:schemeClr val="lt1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!</a:t>
              </a:r>
              <a:endParaRPr sz="1467"/>
            </a:p>
          </p:txBody>
        </p:sp>
      </p:grpSp>
      <p:sp>
        <p:nvSpPr>
          <p:cNvPr id="99" name="Google Shape;99;p16"/>
          <p:cNvSpPr txBox="1"/>
          <p:nvPr/>
        </p:nvSpPr>
        <p:spPr>
          <a:xfrm>
            <a:off x="168133" y="211968"/>
            <a:ext cx="8487600" cy="984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uk" sz="4800" b="1">
                <a:latin typeface="Times New Roman"/>
                <a:ea typeface="Times New Roman"/>
                <a:cs typeface="Times New Roman"/>
                <a:sym typeface="Times New Roman"/>
              </a:rPr>
              <a:t>Масив </a:t>
            </a:r>
            <a:endParaRPr sz="1467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7"/>
          <p:cNvSpPr txBox="1">
            <a:spLocks noGrp="1"/>
          </p:cNvSpPr>
          <p:nvPr>
            <p:ph type="body" idx="1"/>
          </p:nvPr>
        </p:nvSpPr>
        <p:spPr>
          <a:xfrm>
            <a:off x="4779391" y="5522992"/>
            <a:ext cx="6125200" cy="4792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Clr>
                <a:srgbClr val="CC7832"/>
              </a:buClr>
              <a:buSzPts val="1800"/>
              <a:buNone/>
            </a:pPr>
            <a:r>
              <a:rPr lang="uk" sz="240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double</a:t>
            </a:r>
            <a:r>
              <a:rPr lang="uk" sz="24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[] </a:t>
            </a:r>
            <a:r>
              <a:rPr lang="uk" sz="2400">
                <a:solidFill>
                  <a:srgbClr val="9876AA"/>
                </a:solidFill>
                <a:latin typeface="Courier New"/>
                <a:ea typeface="Courier New"/>
                <a:cs typeface="Courier New"/>
                <a:sym typeface="Courier New"/>
              </a:rPr>
              <a:t>dArray </a:t>
            </a:r>
            <a:r>
              <a:rPr lang="uk" sz="24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= </a:t>
            </a:r>
            <a:r>
              <a:rPr lang="uk" sz="240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new double</a:t>
            </a:r>
            <a:r>
              <a:rPr lang="uk" sz="24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uk" sz="2400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3</a:t>
            </a:r>
            <a:r>
              <a:rPr lang="uk" sz="24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r>
              <a:rPr lang="uk" sz="240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; </a:t>
            </a:r>
            <a:endParaRPr sz="48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5" name="Google Shape;105;p17"/>
          <p:cNvSpPr txBox="1"/>
          <p:nvPr/>
        </p:nvSpPr>
        <p:spPr>
          <a:xfrm>
            <a:off x="360576" y="1131561"/>
            <a:ext cx="7237600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spAutoFit/>
          </a:bodyPr>
          <a:lstStyle/>
          <a:p>
            <a:pPr>
              <a:buClr>
                <a:schemeClr val="dk1"/>
              </a:buClr>
              <a:buSzPts val="1800"/>
            </a:pPr>
            <a:r>
              <a:rPr lang="uk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Масив можна проініціалізувати одразу зі значеннями.</a:t>
            </a:r>
            <a:endParaRPr sz="1467"/>
          </a:p>
        </p:txBody>
      </p:sp>
      <p:sp>
        <p:nvSpPr>
          <p:cNvPr id="106" name="Google Shape;106;p17"/>
          <p:cNvSpPr txBox="1"/>
          <p:nvPr/>
        </p:nvSpPr>
        <p:spPr>
          <a:xfrm>
            <a:off x="360576" y="1747830"/>
            <a:ext cx="6339600" cy="379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spAutoFit/>
          </a:bodyPr>
          <a:lstStyle/>
          <a:p>
            <a:pPr>
              <a:buClr>
                <a:srgbClr val="CC7832"/>
              </a:buClr>
              <a:buSzPts val="1400"/>
            </a:pP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[] </a:t>
            </a:r>
            <a:r>
              <a:rPr lang="uk" sz="1867">
                <a:solidFill>
                  <a:srgbClr val="9876AA"/>
                </a:solidFill>
                <a:latin typeface="Courier New"/>
                <a:ea typeface="Courier New"/>
                <a:cs typeface="Courier New"/>
                <a:sym typeface="Courier New"/>
              </a:rPr>
              <a:t>iArray 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= {</a:t>
            </a:r>
            <a:r>
              <a:rPr lang="uk" sz="1867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uk" sz="1867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uk" sz="1867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3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uk" sz="1867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4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uk" sz="1867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5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4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7" name="Google Shape;107;p17"/>
          <p:cNvSpPr txBox="1"/>
          <p:nvPr/>
        </p:nvSpPr>
        <p:spPr>
          <a:xfrm>
            <a:off x="4779391" y="2744817"/>
            <a:ext cx="6784800" cy="2677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spAutoFit/>
          </a:bodyPr>
          <a:lstStyle/>
          <a:p>
            <a:pPr>
              <a:buClr>
                <a:schemeClr val="dk1"/>
              </a:buClr>
              <a:buSzPts val="1800"/>
            </a:pPr>
            <a:r>
              <a:rPr lang="uk" sz="24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Зверніть увагу </a:t>
            </a:r>
            <a:r>
              <a:rPr lang="uk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– операція створення масиву </a:t>
            </a:r>
            <a:r>
              <a:rPr lang="uk" sz="200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uk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uk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тут пропущена, тому що вказані елементи і компілятор сам зрозуміє, що тут треба створити масив.</a:t>
            </a:r>
            <a:endParaRPr sz="1467"/>
          </a:p>
          <a:p>
            <a:pPr>
              <a:buClr>
                <a:schemeClr val="dk1"/>
              </a:buClr>
              <a:buSzPts val="1800"/>
            </a:pPr>
            <a:r>
              <a:rPr lang="uk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Також можна проініціалізувати масив задавши його розмір явно, використовуючи слово </a:t>
            </a:r>
            <a:r>
              <a:rPr lang="uk" sz="200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uk" sz="2400" b="1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uk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і конструкцію нижче:</a:t>
            </a:r>
            <a:endParaRPr sz="1467"/>
          </a:p>
        </p:txBody>
      </p:sp>
      <p:sp>
        <p:nvSpPr>
          <p:cNvPr id="108" name="Google Shape;108;p17"/>
          <p:cNvSpPr txBox="1"/>
          <p:nvPr/>
        </p:nvSpPr>
        <p:spPr>
          <a:xfrm>
            <a:off x="168133" y="211967"/>
            <a:ext cx="7237600" cy="1723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uk" sz="4800" b="1">
                <a:latin typeface="Times New Roman"/>
                <a:ea typeface="Times New Roman"/>
                <a:cs typeface="Times New Roman"/>
                <a:sym typeface="Times New Roman"/>
              </a:rPr>
              <a:t>Створення масивів</a:t>
            </a:r>
            <a:endParaRPr sz="4800"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endParaRPr sz="4800"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3">
            <p14:nvContentPartPr>
              <p14:cNvPr id="11" name="Рукописні дані 10">
                <a:extLst>
                  <a:ext uri="{FF2B5EF4-FFF2-40B4-BE49-F238E27FC236}">
                    <a16:creationId xmlns:a16="http://schemas.microsoft.com/office/drawing/2014/main" id="{F2AE2047-DB56-4DED-A09B-89ACD50695D2}"/>
                  </a:ext>
                </a:extLst>
              </p14:cNvPr>
              <p14:cNvContentPartPr/>
              <p14:nvPr/>
            </p14:nvContentPartPr>
            <p14:xfrm>
              <a:off x="10020285" y="5978340"/>
              <a:ext cx="596880" cy="127080"/>
            </p14:xfrm>
          </p:contentPart>
        </mc:Choice>
        <mc:Fallback>
          <p:pic>
            <p:nvPicPr>
              <p:cNvPr id="11" name="Рукописні дані 10">
                <a:extLst>
                  <a:ext uri="{FF2B5EF4-FFF2-40B4-BE49-F238E27FC236}">
                    <a16:creationId xmlns:a16="http://schemas.microsoft.com/office/drawing/2014/main" id="{F2AE2047-DB56-4DED-A09B-89ACD50695D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011285" y="5969340"/>
                <a:ext cx="614520" cy="1447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8"/>
          <p:cNvSpPr txBox="1"/>
          <p:nvPr/>
        </p:nvSpPr>
        <p:spPr>
          <a:xfrm>
            <a:off x="168133" y="211967"/>
            <a:ext cx="11908000" cy="1723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uk" sz="4800" b="1">
                <a:latin typeface="Times New Roman"/>
                <a:ea typeface="Times New Roman"/>
                <a:cs typeface="Times New Roman"/>
                <a:sym typeface="Times New Roman"/>
              </a:rPr>
              <a:t>Індекси та одержання елементів масиву</a:t>
            </a:r>
            <a:endParaRPr sz="4800"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endParaRPr sz="4800"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4" name="Google Shape;114;p18"/>
          <p:cNvSpPr txBox="1"/>
          <p:nvPr/>
        </p:nvSpPr>
        <p:spPr>
          <a:xfrm>
            <a:off x="0" y="1271634"/>
            <a:ext cx="12192000" cy="2013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>
              <a:lnSpc>
                <a:spcPct val="156000"/>
              </a:lnSpc>
              <a:spcBef>
                <a:spcPts val="1600"/>
              </a:spcBef>
            </a:pPr>
            <a:r>
              <a:rPr lang="uk" sz="1600">
                <a:solidFill>
                  <a:schemeClr val="dk1"/>
                </a:solidFill>
              </a:rPr>
              <a:t>Для звернення до елементів масиву використовуються </a:t>
            </a:r>
            <a:r>
              <a:rPr lang="uk" sz="1600" b="1">
                <a:solidFill>
                  <a:schemeClr val="dk1"/>
                </a:solidFill>
              </a:rPr>
              <a:t>індекси</a:t>
            </a:r>
            <a:r>
              <a:rPr lang="uk" sz="1600">
                <a:solidFill>
                  <a:schemeClr val="dk1"/>
                </a:solidFill>
              </a:rPr>
              <a:t> . Індекс представляє номер елемента в масиві, при цьому нумерація починається з нуля, тому індекс першого елемента дорівнюватиме 0, індекс четвертого елемента - 3.</a:t>
            </a:r>
            <a:endParaRPr sz="1600">
              <a:solidFill>
                <a:schemeClr val="dk1"/>
              </a:solidFill>
            </a:endParaRPr>
          </a:p>
          <a:p>
            <a:pPr>
              <a:lnSpc>
                <a:spcPct val="156000"/>
              </a:lnSpc>
              <a:spcBef>
                <a:spcPts val="1600"/>
              </a:spcBef>
              <a:spcAft>
                <a:spcPts val="1600"/>
              </a:spcAft>
            </a:pPr>
            <a:r>
              <a:rPr lang="uk" sz="1600">
                <a:solidFill>
                  <a:schemeClr val="dk1"/>
                </a:solidFill>
              </a:rPr>
              <a:t>Використовуючи індекси, ми можемо отримати елементи масиву: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115" name="Google Shape;115;p18"/>
          <p:cNvSpPr txBox="1"/>
          <p:nvPr/>
        </p:nvSpPr>
        <p:spPr>
          <a:xfrm>
            <a:off x="298167" y="2885267"/>
            <a:ext cx="4000000" cy="3327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84665" marR="84665">
              <a:lnSpc>
                <a:spcPct val="143181"/>
              </a:lnSpc>
            </a:pPr>
            <a:r>
              <a:rPr lang="uk" sz="1400" dirty="0">
                <a:solidFill>
                  <a:srgbClr val="006699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uk" sz="1400" dirty="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[] numbers = { 1, 2, 3, 5 };</a:t>
            </a:r>
            <a:endParaRPr sz="1400" dirty="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 dirty="0">
                <a:solidFill>
                  <a:schemeClr val="dk1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400" dirty="0">
              <a:solidFill>
                <a:schemeClr val="dk1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 dirty="0">
                <a:solidFill>
                  <a:srgbClr val="008200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// получение элемента массива</a:t>
            </a:r>
            <a:endParaRPr sz="1400" dirty="0">
              <a:solidFill>
                <a:srgbClr val="008200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 dirty="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Console.WriteLine(numbers[3]);  </a:t>
            </a:r>
            <a:r>
              <a:rPr lang="uk" sz="1400" dirty="0">
                <a:solidFill>
                  <a:srgbClr val="008200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// 5</a:t>
            </a:r>
            <a:endParaRPr sz="1400" dirty="0">
              <a:solidFill>
                <a:srgbClr val="008200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 dirty="0">
                <a:solidFill>
                  <a:schemeClr val="dk1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400" dirty="0">
              <a:solidFill>
                <a:schemeClr val="dk1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 dirty="0">
                <a:solidFill>
                  <a:srgbClr val="008200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// получение элемента массива в переменную</a:t>
            </a:r>
            <a:endParaRPr sz="1400" dirty="0">
              <a:solidFill>
                <a:srgbClr val="008200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 dirty="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var n = numbers[1]; 	</a:t>
            </a:r>
            <a:r>
              <a:rPr lang="uk" sz="1400" dirty="0">
                <a:solidFill>
                  <a:srgbClr val="008200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// 2</a:t>
            </a:r>
            <a:endParaRPr sz="1400" dirty="0">
              <a:solidFill>
                <a:srgbClr val="008200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 dirty="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Console.WriteLine(n);  </a:t>
            </a:r>
            <a:r>
              <a:rPr lang="uk" sz="1400" dirty="0">
                <a:solidFill>
                  <a:srgbClr val="008200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// 2</a:t>
            </a:r>
            <a:endParaRPr sz="1400" dirty="0">
              <a:solidFill>
                <a:srgbClr val="008200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3">
            <p14:nvContentPartPr>
              <p14:cNvPr id="2" name="Рукописні дані 1">
                <a:extLst>
                  <a:ext uri="{FF2B5EF4-FFF2-40B4-BE49-F238E27FC236}">
                    <a16:creationId xmlns:a16="http://schemas.microsoft.com/office/drawing/2014/main" id="{9DF9378E-B966-4F81-9D8F-6F3429B9F8BF}"/>
                  </a:ext>
                </a:extLst>
              </p14:cNvPr>
              <p14:cNvContentPartPr/>
              <p14:nvPr/>
            </p14:nvContentPartPr>
            <p14:xfrm>
              <a:off x="1419165" y="5666940"/>
              <a:ext cx="1081080" cy="48600"/>
            </p14:xfrm>
          </p:contentPart>
        </mc:Choice>
        <mc:Fallback>
          <p:pic>
            <p:nvPicPr>
              <p:cNvPr id="2" name="Рукописні дані 1">
                <a:extLst>
                  <a:ext uri="{FF2B5EF4-FFF2-40B4-BE49-F238E27FC236}">
                    <a16:creationId xmlns:a16="http://schemas.microsoft.com/office/drawing/2014/main" id="{9DF9378E-B966-4F81-9D8F-6F3429B9F8B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10525" y="5658300"/>
                <a:ext cx="1098720" cy="6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5">
            <p14:nvContentPartPr>
              <p14:cNvPr id="16" name="Рукописні дані 15">
                <a:extLst>
                  <a:ext uri="{FF2B5EF4-FFF2-40B4-BE49-F238E27FC236}">
                    <a16:creationId xmlns:a16="http://schemas.microsoft.com/office/drawing/2014/main" id="{AF2EA35A-EC2C-48A1-8829-550195D2E67F}"/>
                  </a:ext>
                </a:extLst>
              </p14:cNvPr>
              <p14:cNvContentPartPr/>
              <p14:nvPr/>
            </p14:nvContentPartPr>
            <p14:xfrm>
              <a:off x="7972965" y="4754340"/>
              <a:ext cx="2037960" cy="492480"/>
            </p14:xfrm>
          </p:contentPart>
        </mc:Choice>
        <mc:Fallback>
          <p:pic>
            <p:nvPicPr>
              <p:cNvPr id="16" name="Рукописні дані 15">
                <a:extLst>
                  <a:ext uri="{FF2B5EF4-FFF2-40B4-BE49-F238E27FC236}">
                    <a16:creationId xmlns:a16="http://schemas.microsoft.com/office/drawing/2014/main" id="{AF2EA35A-EC2C-48A1-8829-550195D2E67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963965" y="4745340"/>
                <a:ext cx="2055600" cy="51012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Групувати 34">
            <a:extLst>
              <a:ext uri="{FF2B5EF4-FFF2-40B4-BE49-F238E27FC236}">
                <a16:creationId xmlns:a16="http://schemas.microsoft.com/office/drawing/2014/main" id="{C4034062-FFA0-464F-8FEA-EDA338072765}"/>
              </a:ext>
            </a:extLst>
          </p:cNvPr>
          <p:cNvGrpSpPr/>
          <p:nvPr/>
        </p:nvGrpSpPr>
        <p:grpSpPr>
          <a:xfrm>
            <a:off x="8524845" y="3685860"/>
            <a:ext cx="1247400" cy="905040"/>
            <a:chOff x="8524845" y="3685860"/>
            <a:chExt cx="1247400" cy="905040"/>
          </a:xfrm>
        </p:grpSpPr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7">
              <p14:nvContentPartPr>
                <p14:cNvPr id="31" name="Рукописні дані 30">
                  <a:extLst>
                    <a:ext uri="{FF2B5EF4-FFF2-40B4-BE49-F238E27FC236}">
                      <a16:creationId xmlns:a16="http://schemas.microsoft.com/office/drawing/2014/main" id="{57D84BC8-88A5-4727-B8D3-2685CBD22AC3}"/>
                    </a:ext>
                  </a:extLst>
                </p14:cNvPr>
                <p14:cNvContentPartPr/>
                <p14:nvPr/>
              </p14:nvContentPartPr>
              <p14:xfrm>
                <a:off x="8618085" y="3892860"/>
                <a:ext cx="307080" cy="698040"/>
              </p14:xfrm>
            </p:contentPart>
          </mc:Choice>
          <mc:Fallback>
            <p:pic>
              <p:nvPicPr>
                <p:cNvPr id="31" name="Рукописні дані 30">
                  <a:extLst>
                    <a:ext uri="{FF2B5EF4-FFF2-40B4-BE49-F238E27FC236}">
                      <a16:creationId xmlns:a16="http://schemas.microsoft.com/office/drawing/2014/main" id="{57D84BC8-88A5-4727-B8D3-2685CBD22AC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609085" y="3884220"/>
                  <a:ext cx="324720" cy="71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9">
              <p14:nvContentPartPr>
                <p14:cNvPr id="32" name="Рукописні дані 31">
                  <a:extLst>
                    <a:ext uri="{FF2B5EF4-FFF2-40B4-BE49-F238E27FC236}">
                      <a16:creationId xmlns:a16="http://schemas.microsoft.com/office/drawing/2014/main" id="{6A77594A-0F5D-45C6-B460-99972CBA57B1}"/>
                    </a:ext>
                  </a:extLst>
                </p14:cNvPr>
                <p14:cNvContentPartPr/>
                <p14:nvPr/>
              </p14:nvContentPartPr>
              <p14:xfrm>
                <a:off x="8524845" y="3685860"/>
                <a:ext cx="63720" cy="173520"/>
              </p14:xfrm>
            </p:contentPart>
          </mc:Choice>
          <mc:Fallback>
            <p:pic>
              <p:nvPicPr>
                <p:cNvPr id="32" name="Рукописні дані 31">
                  <a:extLst>
                    <a:ext uri="{FF2B5EF4-FFF2-40B4-BE49-F238E27FC236}">
                      <a16:creationId xmlns:a16="http://schemas.microsoft.com/office/drawing/2014/main" id="{6A77594A-0F5D-45C6-B460-99972CBA57B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515845" y="3677220"/>
                  <a:ext cx="8136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11">
              <p14:nvContentPartPr>
                <p14:cNvPr id="33" name="Рукописні дані 32">
                  <a:extLst>
                    <a:ext uri="{FF2B5EF4-FFF2-40B4-BE49-F238E27FC236}">
                      <a16:creationId xmlns:a16="http://schemas.microsoft.com/office/drawing/2014/main" id="{E27C18BC-412B-4F24-A228-9E4720933CB0}"/>
                    </a:ext>
                  </a:extLst>
                </p14:cNvPr>
                <p14:cNvContentPartPr/>
                <p14:nvPr/>
              </p14:nvContentPartPr>
              <p14:xfrm>
                <a:off x="9201285" y="4047660"/>
                <a:ext cx="308880" cy="484560"/>
              </p14:xfrm>
            </p:contentPart>
          </mc:Choice>
          <mc:Fallback>
            <p:pic>
              <p:nvPicPr>
                <p:cNvPr id="33" name="Рукописні дані 32">
                  <a:extLst>
                    <a:ext uri="{FF2B5EF4-FFF2-40B4-BE49-F238E27FC236}">
                      <a16:creationId xmlns:a16="http://schemas.microsoft.com/office/drawing/2014/main" id="{E27C18BC-412B-4F24-A228-9E4720933CB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192285" y="4039020"/>
                  <a:ext cx="326520" cy="50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13">
              <p14:nvContentPartPr>
                <p14:cNvPr id="34" name="Рукописні дані 33">
                  <a:extLst>
                    <a:ext uri="{FF2B5EF4-FFF2-40B4-BE49-F238E27FC236}">
                      <a16:creationId xmlns:a16="http://schemas.microsoft.com/office/drawing/2014/main" id="{07B50A26-4BDC-4200-AE17-DE5D30B0FF5B}"/>
                    </a:ext>
                  </a:extLst>
                </p14:cNvPr>
                <p14:cNvContentPartPr/>
                <p14:nvPr/>
              </p14:nvContentPartPr>
              <p14:xfrm>
                <a:off x="9421965" y="3800340"/>
                <a:ext cx="350280" cy="563760"/>
              </p14:xfrm>
            </p:contentPart>
          </mc:Choice>
          <mc:Fallback>
            <p:pic>
              <p:nvPicPr>
                <p:cNvPr id="34" name="Рукописні дані 33">
                  <a:extLst>
                    <a:ext uri="{FF2B5EF4-FFF2-40B4-BE49-F238E27FC236}">
                      <a16:creationId xmlns:a16="http://schemas.microsoft.com/office/drawing/2014/main" id="{07B50A26-4BDC-4200-AE17-DE5D30B0FF5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413325" y="3791340"/>
                  <a:ext cx="367920" cy="581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44" name="Рукописні дані 43">
                <a:extLst>
                  <a:ext uri="{FF2B5EF4-FFF2-40B4-BE49-F238E27FC236}">
                    <a16:creationId xmlns:a16="http://schemas.microsoft.com/office/drawing/2014/main" id="{41F785BC-D9D1-464D-985B-530298A200DC}"/>
                  </a:ext>
                </a:extLst>
              </p14:cNvPr>
              <p14:cNvContentPartPr/>
              <p14:nvPr/>
            </p14:nvContentPartPr>
            <p14:xfrm>
              <a:off x="371205" y="5752260"/>
              <a:ext cx="495360" cy="10080"/>
            </p14:xfrm>
          </p:contentPart>
        </mc:Choice>
        <mc:Fallback>
          <p:pic>
            <p:nvPicPr>
              <p:cNvPr id="44" name="Рукописні дані 43">
                <a:extLst>
                  <a:ext uri="{FF2B5EF4-FFF2-40B4-BE49-F238E27FC236}">
                    <a16:creationId xmlns:a16="http://schemas.microsoft.com/office/drawing/2014/main" id="{41F785BC-D9D1-464D-985B-530298A200DC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62565" y="5743620"/>
                <a:ext cx="513000" cy="277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 txBox="1"/>
          <p:nvPr/>
        </p:nvSpPr>
        <p:spPr>
          <a:xfrm>
            <a:off x="168133" y="211967"/>
            <a:ext cx="11908000" cy="984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uk" sz="4800" b="1">
                <a:latin typeface="Times New Roman"/>
                <a:ea typeface="Times New Roman"/>
                <a:cs typeface="Times New Roman"/>
                <a:sym typeface="Times New Roman"/>
              </a:rPr>
              <a:t>Індекси та одержання елементів масиву</a:t>
            </a:r>
            <a:endParaRPr sz="4800"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1" name="Google Shape;121;p19"/>
          <p:cNvSpPr txBox="1"/>
          <p:nvPr/>
        </p:nvSpPr>
        <p:spPr>
          <a:xfrm>
            <a:off x="228033" y="1113767"/>
            <a:ext cx="4000000" cy="1424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>
              <a:lnSpc>
                <a:spcPct val="156000"/>
              </a:lnSpc>
              <a:spcBef>
                <a:spcPts val="1600"/>
              </a:spcBef>
              <a:spcAft>
                <a:spcPts val="1600"/>
              </a:spcAft>
            </a:pPr>
            <a:r>
              <a:rPr lang="uk" sz="1600">
                <a:solidFill>
                  <a:schemeClr val="dk1"/>
                </a:solidFill>
              </a:rPr>
              <a:t>Також ми можемо змінити елемент масиву за індексом: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122" name="Google Shape;122;p19"/>
          <p:cNvSpPr txBox="1"/>
          <p:nvPr/>
        </p:nvSpPr>
        <p:spPr>
          <a:xfrm>
            <a:off x="228033" y="1990567"/>
            <a:ext cx="8708400" cy="209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rgbClr val="006699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[] numbers = { 1, 2, 3, 5 };</a:t>
            </a:r>
            <a:endParaRPr sz="140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chemeClr val="dk1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400">
              <a:solidFill>
                <a:schemeClr val="dk1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rgbClr val="008200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// изменим второй элемент массива</a:t>
            </a:r>
            <a:endParaRPr sz="1400">
              <a:solidFill>
                <a:srgbClr val="008200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numbers[1] = 505;</a:t>
            </a:r>
            <a:endParaRPr sz="140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chemeClr val="dk1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400">
              <a:solidFill>
                <a:schemeClr val="dk1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Console.WriteLine(numbers[1]);  </a:t>
            </a:r>
            <a:r>
              <a:rPr lang="uk" sz="1400">
                <a:solidFill>
                  <a:srgbClr val="008200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// 505</a:t>
            </a:r>
            <a:endParaRPr sz="1400">
              <a:solidFill>
                <a:srgbClr val="008200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23" name="Google Shape;123;p19"/>
          <p:cNvSpPr txBox="1"/>
          <p:nvPr/>
        </p:nvSpPr>
        <p:spPr>
          <a:xfrm>
            <a:off x="228033" y="4042900"/>
            <a:ext cx="4000000" cy="1477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uk" sz="1600">
                <a:solidFill>
                  <a:schemeClr val="dk1"/>
                </a:solidFill>
                <a:highlight>
                  <a:srgbClr val="F7F7FA"/>
                </a:highlight>
              </a:rPr>
              <a:t>І оскільки у нас масив визначений лише для 4 елементів, то ми не можемо звернутися, наприклад, до шостого елемента. Якщо так спробуємо зробити, ми отримаємо помилку під час виконання:</a:t>
            </a:r>
            <a:endParaRPr sz="2400"/>
          </a:p>
        </p:txBody>
      </p:sp>
      <p:sp>
        <p:nvSpPr>
          <p:cNvPr id="124" name="Google Shape;124;p19"/>
          <p:cNvSpPr txBox="1"/>
          <p:nvPr/>
        </p:nvSpPr>
        <p:spPr>
          <a:xfrm>
            <a:off x="264600" y="5661867"/>
            <a:ext cx="9075200" cy="1170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rgbClr val="006699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[] numbers = { 1, 2, 3, 5 };</a:t>
            </a:r>
            <a:endParaRPr sz="140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chemeClr val="dk1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400">
              <a:solidFill>
                <a:schemeClr val="dk1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Console.WriteLine(numbers[6]);  </a:t>
            </a:r>
            <a:r>
              <a:rPr lang="uk" sz="1400">
                <a:solidFill>
                  <a:srgbClr val="008200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// ! Ошибка - в массиве только 4 элемента</a:t>
            </a:r>
            <a:endParaRPr sz="1400">
              <a:solidFill>
                <a:srgbClr val="008200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Рукописні дані 1">
                <a:extLst>
                  <a:ext uri="{FF2B5EF4-FFF2-40B4-BE49-F238E27FC236}">
                    <a16:creationId xmlns:a16="http://schemas.microsoft.com/office/drawing/2014/main" id="{33B67BA6-970A-418F-AFCE-E6E5AF06459C}"/>
                  </a:ext>
                </a:extLst>
              </p14:cNvPr>
              <p14:cNvContentPartPr/>
              <p14:nvPr/>
            </p14:nvContentPartPr>
            <p14:xfrm>
              <a:off x="2238165" y="3171780"/>
              <a:ext cx="360" cy="360"/>
            </p14:xfrm>
          </p:contentPart>
        </mc:Choice>
        <mc:Fallback xmlns="">
          <p:pic>
            <p:nvPicPr>
              <p:cNvPr id="2" name="Рукописні дані 1">
                <a:extLst>
                  <a:ext uri="{FF2B5EF4-FFF2-40B4-BE49-F238E27FC236}">
                    <a16:creationId xmlns:a16="http://schemas.microsoft.com/office/drawing/2014/main" id="{33B67BA6-970A-418F-AFCE-E6E5AF06459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229525" y="3162780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0"/>
          <p:cNvSpPr txBox="1"/>
          <p:nvPr/>
        </p:nvSpPr>
        <p:spPr>
          <a:xfrm>
            <a:off x="168133" y="211967"/>
            <a:ext cx="11908000" cy="984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uk" sz="4800" b="1">
                <a:latin typeface="Times New Roman"/>
                <a:ea typeface="Times New Roman"/>
                <a:cs typeface="Times New Roman"/>
                <a:sym typeface="Times New Roman"/>
              </a:rPr>
              <a:t>Властивість Length та довжина масиву</a:t>
            </a:r>
            <a:endParaRPr sz="4800"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0" name="Google Shape;130;p20"/>
          <p:cNvSpPr txBox="1"/>
          <p:nvPr/>
        </p:nvSpPr>
        <p:spPr>
          <a:xfrm>
            <a:off x="245567" y="1197167"/>
            <a:ext cx="10734400" cy="1424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>
              <a:lnSpc>
                <a:spcPct val="156000"/>
              </a:lnSpc>
              <a:spcBef>
                <a:spcPts val="1600"/>
              </a:spcBef>
              <a:spcAft>
                <a:spcPts val="1600"/>
              </a:spcAft>
            </a:pPr>
            <a:r>
              <a:rPr lang="uk" sz="1600">
                <a:solidFill>
                  <a:schemeClr val="dk1"/>
                </a:solidFill>
              </a:rPr>
              <a:t>кожен масив має властивість </a:t>
            </a:r>
            <a:r>
              <a:rPr lang="uk" sz="1600" b="1">
                <a:solidFill>
                  <a:schemeClr val="dk1"/>
                </a:solidFill>
              </a:rPr>
              <a:t>Length</a:t>
            </a:r>
            <a:r>
              <a:rPr lang="uk" sz="1600">
                <a:solidFill>
                  <a:schemeClr val="dk1"/>
                </a:solidFill>
              </a:rPr>
              <a:t> , яка зберігає довжину масиву. Наприклад, отримаємо довжину вище за створений масив numbers: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131" name="Google Shape;131;p20"/>
          <p:cNvSpPr txBox="1"/>
          <p:nvPr/>
        </p:nvSpPr>
        <p:spPr>
          <a:xfrm>
            <a:off x="368333" y="2073967"/>
            <a:ext cx="8033200" cy="1170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rgbClr val="006699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[] numbers = { 1, 2, 3, 5 };</a:t>
            </a:r>
            <a:endParaRPr sz="140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chemeClr val="dk1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400">
              <a:solidFill>
                <a:schemeClr val="dk1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Console.WriteLine(numbers.Length);  </a:t>
            </a:r>
            <a:r>
              <a:rPr lang="uk" sz="1400">
                <a:solidFill>
                  <a:srgbClr val="008200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// 4</a:t>
            </a:r>
            <a:endParaRPr sz="1400">
              <a:solidFill>
                <a:srgbClr val="008200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32" name="Google Shape;132;p20"/>
          <p:cNvSpPr txBox="1"/>
          <p:nvPr/>
        </p:nvSpPr>
        <p:spPr>
          <a:xfrm>
            <a:off x="368333" y="3244833"/>
            <a:ext cx="11532400" cy="1300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>
              <a:lnSpc>
                <a:spcPct val="156000"/>
              </a:lnSpc>
              <a:spcBef>
                <a:spcPts val="1600"/>
              </a:spcBef>
            </a:pPr>
            <a:r>
              <a:rPr lang="uk" sz="1600">
                <a:solidFill>
                  <a:schemeClr val="dk1"/>
                </a:solidFill>
              </a:rPr>
              <a:t>Для отримання довжини масиву після назви масиву через точку вказується властивість </a:t>
            </a:r>
            <a:r>
              <a:rPr lang="uk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Length</a:t>
            </a:r>
            <a:r>
              <a:rPr lang="uk" sz="1600">
                <a:solidFill>
                  <a:schemeClr val="dk1"/>
                </a:solidFill>
              </a:rPr>
              <a:t>: </a:t>
            </a:r>
            <a:r>
              <a:rPr lang="uk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numbers.Length</a:t>
            </a:r>
            <a:r>
              <a:rPr lang="uk" sz="1600">
                <a:solidFill>
                  <a:schemeClr val="dk1"/>
                </a:solidFill>
              </a:rPr>
              <a:t>.</a:t>
            </a:r>
            <a:endParaRPr sz="1600">
              <a:solidFill>
                <a:schemeClr val="dk1"/>
              </a:solidFill>
            </a:endParaRPr>
          </a:p>
          <a:p>
            <a:pPr>
              <a:lnSpc>
                <a:spcPct val="115000"/>
              </a:lnSpc>
              <a:spcBef>
                <a:spcPts val="1600"/>
              </a:spcBef>
            </a:pPr>
            <a:endParaRPr sz="1467">
              <a:solidFill>
                <a:schemeClr val="dk1"/>
              </a:solidFill>
            </a:endParaRPr>
          </a:p>
        </p:txBody>
      </p:sp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3">
            <p14:nvContentPartPr>
              <p14:cNvPr id="2" name="Рукописні дані 1">
                <a:extLst>
                  <a:ext uri="{FF2B5EF4-FFF2-40B4-BE49-F238E27FC236}">
                    <a16:creationId xmlns:a16="http://schemas.microsoft.com/office/drawing/2014/main" id="{41077FB2-35F2-4679-9699-DCE50844FDE1}"/>
                  </a:ext>
                </a:extLst>
              </p14:cNvPr>
              <p14:cNvContentPartPr/>
              <p14:nvPr/>
            </p14:nvContentPartPr>
            <p14:xfrm>
              <a:off x="2428605" y="3070620"/>
              <a:ext cx="1569960" cy="140400"/>
            </p14:xfrm>
          </p:contentPart>
        </mc:Choice>
        <mc:Fallback>
          <p:pic>
            <p:nvPicPr>
              <p:cNvPr id="2" name="Рукописні дані 1">
                <a:extLst>
                  <a:ext uri="{FF2B5EF4-FFF2-40B4-BE49-F238E27FC236}">
                    <a16:creationId xmlns:a16="http://schemas.microsoft.com/office/drawing/2014/main" id="{41077FB2-35F2-4679-9699-DCE50844FDE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19965" y="3061980"/>
                <a:ext cx="1587600" cy="1580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1"/>
          <p:cNvSpPr txBox="1"/>
          <p:nvPr/>
        </p:nvSpPr>
        <p:spPr>
          <a:xfrm>
            <a:off x="168133" y="211967"/>
            <a:ext cx="11908000" cy="984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uk" sz="4800" b="1">
                <a:latin typeface="Times New Roman"/>
                <a:ea typeface="Times New Roman"/>
                <a:cs typeface="Times New Roman"/>
                <a:sym typeface="Times New Roman"/>
              </a:rPr>
              <a:t>Отримання елементів з кінця масиву</a:t>
            </a:r>
            <a:endParaRPr sz="4800"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8" name="Google Shape;138;p21"/>
          <p:cNvSpPr txBox="1"/>
          <p:nvPr/>
        </p:nvSpPr>
        <p:spPr>
          <a:xfrm>
            <a:off x="78933" y="1236568"/>
            <a:ext cx="11795600" cy="984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uk" sz="1600">
                <a:solidFill>
                  <a:schemeClr val="dk1"/>
                </a:solidFill>
                <a:highlight>
                  <a:srgbClr val="F7F7FA"/>
                </a:highlight>
              </a:rPr>
              <a:t>Завдяки наявності властивості </a:t>
            </a:r>
            <a:r>
              <a:rPr lang="uk" sz="1600">
                <a:solidFill>
                  <a:srgbClr val="188038"/>
                </a:solidFill>
                <a:highlight>
                  <a:srgbClr val="F7F7FA"/>
                </a:highlight>
                <a:latin typeface="Roboto Mono"/>
                <a:ea typeface="Roboto Mono"/>
                <a:cs typeface="Roboto Mono"/>
                <a:sym typeface="Roboto Mono"/>
              </a:rPr>
              <a:t>Length</a:t>
            </a:r>
            <a:r>
              <a:rPr lang="uk" sz="1600">
                <a:solidFill>
                  <a:schemeClr val="dk1"/>
                </a:solidFill>
                <a:highlight>
                  <a:srgbClr val="F7F7FA"/>
                </a:highlight>
              </a:rPr>
              <a:t>, ми можемо обчислити індекс останнього елемента масиву - це довжина масиву - 1. Наприклад, якщо довжина масиву - 4 (тобто масив має 4 елементи), то індекс останнього елемента дорівнюватиме 3. І, використовуючи властивість </a:t>
            </a:r>
            <a:r>
              <a:rPr lang="uk" sz="1600">
                <a:solidFill>
                  <a:srgbClr val="188038"/>
                </a:solidFill>
                <a:highlight>
                  <a:srgbClr val="F7F7FA"/>
                </a:highlight>
                <a:latin typeface="Roboto Mono"/>
                <a:ea typeface="Roboto Mono"/>
                <a:cs typeface="Roboto Mono"/>
                <a:sym typeface="Roboto Mono"/>
              </a:rPr>
              <a:t>Length</a:t>
            </a:r>
            <a:r>
              <a:rPr lang="uk" sz="1600">
                <a:solidFill>
                  <a:schemeClr val="dk1"/>
                </a:solidFill>
                <a:highlight>
                  <a:srgbClr val="F7F7FA"/>
                </a:highlight>
              </a:rPr>
              <a:t>, ми можемо легко отримати елементи з кінця масиву:</a:t>
            </a:r>
            <a:endParaRPr sz="2400"/>
          </a:p>
        </p:txBody>
      </p:sp>
      <p:sp>
        <p:nvSpPr>
          <p:cNvPr id="139" name="Google Shape;139;p21"/>
          <p:cNvSpPr txBox="1"/>
          <p:nvPr/>
        </p:nvSpPr>
        <p:spPr>
          <a:xfrm>
            <a:off x="491100" y="2341534"/>
            <a:ext cx="9839600" cy="2402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rgbClr val="006699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[] numbers = { 1, 2, 3, 5};</a:t>
            </a:r>
            <a:endParaRPr sz="140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chemeClr val="dk1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400">
              <a:solidFill>
                <a:schemeClr val="dk1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Console.WriteLine(numbers[numbers.Length - 1]);  </a:t>
            </a:r>
            <a:r>
              <a:rPr lang="uk" sz="1400">
                <a:solidFill>
                  <a:srgbClr val="008200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// 5 - первый с конца или последний элемент</a:t>
            </a:r>
            <a:endParaRPr sz="1400">
              <a:solidFill>
                <a:srgbClr val="008200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Console.WriteLine(numbers[numbers.Length - 2]);  </a:t>
            </a:r>
            <a:r>
              <a:rPr lang="uk" sz="1400">
                <a:solidFill>
                  <a:srgbClr val="008200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// 3 - второй с конца или предпоследний элемент</a:t>
            </a:r>
            <a:endParaRPr sz="1400">
              <a:solidFill>
                <a:srgbClr val="008200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Console.WriteLine(numbers[numbers.Length - 3]);  </a:t>
            </a:r>
            <a:r>
              <a:rPr lang="uk" sz="1400">
                <a:solidFill>
                  <a:srgbClr val="008200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// 2 - третий элемент с конца</a:t>
            </a:r>
            <a:endParaRPr sz="1400">
              <a:solidFill>
                <a:srgbClr val="008200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3">
            <p14:nvContentPartPr>
              <p14:cNvPr id="2" name="Рукописні дані 1">
                <a:extLst>
                  <a:ext uri="{FF2B5EF4-FFF2-40B4-BE49-F238E27FC236}">
                    <a16:creationId xmlns:a16="http://schemas.microsoft.com/office/drawing/2014/main" id="{D18F802E-8F06-4F13-98DD-38AECF95B675}"/>
                  </a:ext>
                </a:extLst>
              </p14:cNvPr>
              <p14:cNvContentPartPr/>
              <p14:nvPr/>
            </p14:nvContentPartPr>
            <p14:xfrm>
              <a:off x="2609685" y="3285540"/>
              <a:ext cx="2946600" cy="67320"/>
            </p14:xfrm>
          </p:contentPart>
        </mc:Choice>
        <mc:Fallback>
          <p:pic>
            <p:nvPicPr>
              <p:cNvPr id="2" name="Рукописні дані 1">
                <a:extLst>
                  <a:ext uri="{FF2B5EF4-FFF2-40B4-BE49-F238E27FC236}">
                    <a16:creationId xmlns:a16="http://schemas.microsoft.com/office/drawing/2014/main" id="{D18F802E-8F06-4F13-98DD-38AECF95B67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600685" y="3276900"/>
                <a:ext cx="2964240" cy="8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5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324151E7-6748-4512-982E-9627B0D567BF}"/>
                  </a:ext>
                </a:extLst>
              </p14:cNvPr>
              <p14:cNvContentPartPr/>
              <p14:nvPr/>
            </p14:nvContentPartPr>
            <p14:xfrm>
              <a:off x="5934285" y="3390660"/>
              <a:ext cx="3866760" cy="360"/>
            </p14:xfrm>
          </p:contentPart>
        </mc:Choice>
        <mc:Fallback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324151E7-6748-4512-982E-9627B0D567B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925285" y="3382020"/>
                <a:ext cx="38844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7">
            <p14:nvContentPartPr>
              <p14:cNvPr id="4" name="Рукописні дані 3">
                <a:extLst>
                  <a:ext uri="{FF2B5EF4-FFF2-40B4-BE49-F238E27FC236}">
                    <a16:creationId xmlns:a16="http://schemas.microsoft.com/office/drawing/2014/main" id="{309D53DF-D5CF-4E0C-84CB-32B62D0E862E}"/>
                  </a:ext>
                </a:extLst>
              </p14:cNvPr>
              <p14:cNvContentPartPr/>
              <p14:nvPr/>
            </p14:nvContentPartPr>
            <p14:xfrm>
              <a:off x="5819805" y="4113540"/>
              <a:ext cx="4603320" cy="77760"/>
            </p14:xfrm>
          </p:contentPart>
        </mc:Choice>
        <mc:Fallback>
          <p:pic>
            <p:nvPicPr>
              <p:cNvPr id="4" name="Рукописні дані 3">
                <a:extLst>
                  <a:ext uri="{FF2B5EF4-FFF2-40B4-BE49-F238E27FC236}">
                    <a16:creationId xmlns:a16="http://schemas.microsoft.com/office/drawing/2014/main" id="{309D53DF-D5CF-4E0C-84CB-32B62D0E862E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811165" y="4104900"/>
                <a:ext cx="4620960" cy="9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9">
            <p14:nvContentPartPr>
              <p14:cNvPr id="5" name="Рукописні дані 4">
                <a:extLst>
                  <a:ext uri="{FF2B5EF4-FFF2-40B4-BE49-F238E27FC236}">
                    <a16:creationId xmlns:a16="http://schemas.microsoft.com/office/drawing/2014/main" id="{3F1E1A07-47D2-44F7-906A-B52C4CC2A9ED}"/>
                  </a:ext>
                </a:extLst>
              </p14:cNvPr>
              <p14:cNvContentPartPr/>
              <p14:nvPr/>
            </p14:nvContentPartPr>
            <p14:xfrm>
              <a:off x="5810085" y="4484340"/>
              <a:ext cx="3277440" cy="297360"/>
            </p14:xfrm>
          </p:contentPart>
        </mc:Choice>
        <mc:Fallback>
          <p:pic>
            <p:nvPicPr>
              <p:cNvPr id="5" name="Рукописні дані 4">
                <a:extLst>
                  <a:ext uri="{FF2B5EF4-FFF2-40B4-BE49-F238E27FC236}">
                    <a16:creationId xmlns:a16="http://schemas.microsoft.com/office/drawing/2014/main" id="{3F1E1A07-47D2-44F7-906A-B52C4CC2A9ED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801085" y="4475340"/>
                <a:ext cx="3295080" cy="315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/>
          <p:cNvSpPr txBox="1"/>
          <p:nvPr/>
        </p:nvSpPr>
        <p:spPr>
          <a:xfrm>
            <a:off x="168133" y="211967"/>
            <a:ext cx="11908000" cy="984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uk" sz="4800" b="1">
                <a:latin typeface="Times New Roman"/>
                <a:ea typeface="Times New Roman"/>
                <a:cs typeface="Times New Roman"/>
                <a:sym typeface="Times New Roman"/>
              </a:rPr>
              <a:t>Отримання елементів з кінця масиву</a:t>
            </a:r>
            <a:endParaRPr sz="4800"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5" name="Google Shape;145;p22"/>
          <p:cNvSpPr txBox="1"/>
          <p:nvPr/>
        </p:nvSpPr>
        <p:spPr>
          <a:xfrm>
            <a:off x="271867" y="1236567"/>
            <a:ext cx="10944800" cy="2398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>
              <a:lnSpc>
                <a:spcPct val="156000"/>
              </a:lnSpc>
              <a:spcBef>
                <a:spcPts val="1600"/>
              </a:spcBef>
            </a:pPr>
            <a:r>
              <a:rPr lang="uk" sz="1600">
                <a:solidFill>
                  <a:schemeClr val="dk1"/>
                </a:solidFill>
              </a:rPr>
              <a:t>Однак при подібному підході виразу типу </a:t>
            </a:r>
            <a:r>
              <a:rPr lang="uk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numbers.Length - 1</a:t>
            </a:r>
            <a:r>
              <a:rPr lang="uk" sz="1600">
                <a:solidFill>
                  <a:schemeClr val="dk1"/>
                </a:solidFill>
              </a:rPr>
              <a:t>, зміст яких полягає в тому, щоб отримати певний елемент з кінця масиву, обтяжують код. І, починаючи, з версії C# 8.0 до мови було додано спеціальний оператор </a:t>
            </a:r>
            <a:r>
              <a:rPr lang="uk" sz="1600" b="1">
                <a:solidFill>
                  <a:schemeClr val="dk1"/>
                </a:solidFill>
              </a:rPr>
              <a:t>^</a:t>
            </a:r>
            <a:r>
              <a:rPr lang="uk" sz="1600">
                <a:solidFill>
                  <a:schemeClr val="dk1"/>
                </a:solidFill>
              </a:rPr>
              <a:t> , з допомогою якого можна задати індекс щодо кінця колекції.</a:t>
            </a:r>
            <a:endParaRPr sz="1600">
              <a:solidFill>
                <a:schemeClr val="dk1"/>
              </a:solidFill>
            </a:endParaRPr>
          </a:p>
          <a:p>
            <a:pPr>
              <a:lnSpc>
                <a:spcPct val="156000"/>
              </a:lnSpc>
              <a:spcBef>
                <a:spcPts val="1600"/>
              </a:spcBef>
              <a:spcAft>
                <a:spcPts val="1600"/>
              </a:spcAft>
            </a:pPr>
            <a:r>
              <a:rPr lang="uk" sz="1600">
                <a:solidFill>
                  <a:schemeClr val="dk1"/>
                </a:solidFill>
              </a:rPr>
              <a:t>Перепишемо попередній приклад, застосовуючи оператор </a:t>
            </a:r>
            <a:r>
              <a:rPr lang="uk" sz="1600" b="1">
                <a:solidFill>
                  <a:schemeClr val="dk1"/>
                </a:solidFill>
              </a:rPr>
              <a:t>^</a:t>
            </a:r>
            <a:r>
              <a:rPr lang="uk" sz="1600">
                <a:solidFill>
                  <a:schemeClr val="dk1"/>
                </a:solidFill>
              </a:rPr>
              <a:t> :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146" name="Google Shape;146;p22"/>
          <p:cNvSpPr txBox="1"/>
          <p:nvPr/>
        </p:nvSpPr>
        <p:spPr>
          <a:xfrm>
            <a:off x="456032" y="3323767"/>
            <a:ext cx="11135893" cy="2092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uk" sz="2400" dirty="0"/>
              <a:t>int[] numbers = { 1, 2, 3, 5};</a:t>
            </a:r>
            <a:endParaRPr sz="2400" dirty="0"/>
          </a:p>
          <a:p>
            <a:r>
              <a:rPr lang="uk" sz="2400" dirty="0"/>
              <a:t> </a:t>
            </a:r>
            <a:endParaRPr sz="2400" dirty="0"/>
          </a:p>
          <a:p>
            <a:r>
              <a:rPr lang="uk" sz="2400" dirty="0"/>
              <a:t>Console.WriteLine(numbers[^1]);  // 5 - первый с конца или последний элемент</a:t>
            </a:r>
            <a:endParaRPr sz="2400" dirty="0"/>
          </a:p>
          <a:p>
            <a:r>
              <a:rPr lang="uk" sz="2400" dirty="0"/>
              <a:t>Console.WriteLine(numbers[^2]);  // 3 - второй с конца или предпоследний элемент</a:t>
            </a:r>
            <a:endParaRPr sz="2400" dirty="0"/>
          </a:p>
          <a:p>
            <a:r>
              <a:rPr lang="uk" sz="2400" dirty="0"/>
              <a:t>Console.WriteLine(numbers[^3]);  // 2 - третий элемент с конца</a:t>
            </a:r>
            <a:endParaRPr sz="24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Рукописні дані 1">
                <a:extLst>
                  <a:ext uri="{FF2B5EF4-FFF2-40B4-BE49-F238E27FC236}">
                    <a16:creationId xmlns:a16="http://schemas.microsoft.com/office/drawing/2014/main" id="{9A5CED56-83DB-4629-809C-12DE0B98135F}"/>
                  </a:ext>
                </a:extLst>
              </p14:cNvPr>
              <p14:cNvContentPartPr/>
              <p14:nvPr/>
            </p14:nvContentPartPr>
            <p14:xfrm>
              <a:off x="2209365" y="5562510"/>
              <a:ext cx="360" cy="360"/>
            </p14:xfrm>
          </p:contentPart>
        </mc:Choice>
        <mc:Fallback xmlns="">
          <p:pic>
            <p:nvPicPr>
              <p:cNvPr id="2" name="Рукописні дані 1">
                <a:extLst>
                  <a:ext uri="{FF2B5EF4-FFF2-40B4-BE49-F238E27FC236}">
                    <a16:creationId xmlns:a16="http://schemas.microsoft.com/office/drawing/2014/main" id="{9A5CED56-83DB-4629-809C-12DE0B98135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200725" y="555387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5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0E02A614-9AE6-4E06-8C5B-820E9096E87D}"/>
                  </a:ext>
                </a:extLst>
              </p14:cNvPr>
              <p14:cNvContentPartPr/>
              <p14:nvPr/>
            </p14:nvContentPartPr>
            <p14:xfrm>
              <a:off x="4095405" y="4381380"/>
              <a:ext cx="178560" cy="360"/>
            </p14:xfrm>
          </p:contentPart>
        </mc:Choice>
        <mc:Fallback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0E02A614-9AE6-4E06-8C5B-820E9096E87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086765" y="4372380"/>
                <a:ext cx="196200" cy="18000"/>
              </a:xfrm>
              <a:prstGeom prst="rect">
                <a:avLst/>
              </a:prstGeom>
            </p:spPr>
          </p:pic>
        </mc:Fallback>
      </mc:AlternateContent>
      <p:pic>
        <p:nvPicPr>
          <p:cNvPr id="1026" name="Picture 2" descr="Мем Про Собаку Где Он Закрывает Глаза | TikTok">
            <a:extLst>
              <a:ext uri="{FF2B5EF4-FFF2-40B4-BE49-F238E27FC236}">
                <a16:creationId xmlns:a16="http://schemas.microsoft.com/office/drawing/2014/main" id="{1D6E585B-F984-48F4-8DEA-21842448E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5730" y="5491994"/>
            <a:ext cx="1128620" cy="1154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3"/>
          <p:cNvSpPr txBox="1"/>
          <p:nvPr/>
        </p:nvSpPr>
        <p:spPr>
          <a:xfrm>
            <a:off x="168133" y="211968"/>
            <a:ext cx="11908000" cy="984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uk" sz="4800" b="1">
                <a:latin typeface="Times New Roman"/>
                <a:ea typeface="Times New Roman"/>
                <a:cs typeface="Times New Roman"/>
                <a:sym typeface="Times New Roman"/>
              </a:rPr>
              <a:t>Перебір масивів</a:t>
            </a:r>
            <a:endParaRPr sz="4800"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23"/>
          <p:cNvSpPr txBox="1"/>
          <p:nvPr/>
        </p:nvSpPr>
        <p:spPr>
          <a:xfrm>
            <a:off x="350767" y="1096234"/>
            <a:ext cx="10541200" cy="13541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uk" sz="2400"/>
              <a:t>Для перебору масивів можна використовувати різні типи циклів. Наприклад, цикл foreach :</a:t>
            </a:r>
            <a:endParaRPr sz="2400"/>
          </a:p>
          <a:p>
            <a:endParaRPr sz="2400"/>
          </a:p>
        </p:txBody>
      </p:sp>
      <p:sp>
        <p:nvSpPr>
          <p:cNvPr id="153" name="Google Shape;153;p23"/>
          <p:cNvSpPr txBox="1"/>
          <p:nvPr/>
        </p:nvSpPr>
        <p:spPr>
          <a:xfrm>
            <a:off x="263100" y="1701334"/>
            <a:ext cx="4000000" cy="15388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84665" marR="84665"/>
            <a:r>
              <a:rPr lang="uk" sz="1400">
                <a:solidFill>
                  <a:srgbClr val="006699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[] numbers = { 1, 2, 3, 4, 5 };</a:t>
            </a:r>
            <a:endParaRPr sz="140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/>
            <a:r>
              <a:rPr lang="uk" sz="1400">
                <a:solidFill>
                  <a:srgbClr val="006699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foreach</a:t>
            </a:r>
            <a:r>
              <a:rPr lang="uk" sz="1400">
                <a:solidFill>
                  <a:schemeClr val="dk1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uk" sz="1400">
                <a:solidFill>
                  <a:srgbClr val="006699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uk" sz="1400">
                <a:solidFill>
                  <a:schemeClr val="dk1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i </a:t>
            </a:r>
            <a:r>
              <a:rPr lang="uk" sz="1400">
                <a:solidFill>
                  <a:srgbClr val="006699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in</a:t>
            </a:r>
            <a:r>
              <a:rPr lang="uk" sz="1400">
                <a:solidFill>
                  <a:schemeClr val="dk1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numbers)</a:t>
            </a:r>
            <a:endParaRPr sz="140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/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 sz="140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/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    Console.WriteLine(i);</a:t>
            </a:r>
            <a:endParaRPr sz="140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/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40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54" name="Google Shape;154;p23"/>
          <p:cNvSpPr txBox="1"/>
          <p:nvPr/>
        </p:nvSpPr>
        <p:spPr>
          <a:xfrm>
            <a:off x="263100" y="3284768"/>
            <a:ext cx="9655600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uk" sz="1600">
                <a:solidFill>
                  <a:schemeClr val="dk1"/>
                </a:solidFill>
              </a:rPr>
              <a:t>Тут як контейнер виступає масив даних типу </a:t>
            </a:r>
            <a:r>
              <a:rPr lang="uk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int</a:t>
            </a:r>
            <a:r>
              <a:rPr lang="uk" sz="1600">
                <a:solidFill>
                  <a:schemeClr val="dk1"/>
                </a:solidFill>
              </a:rPr>
              <a:t>. Тому ми оголошуємо змінну з типом</a:t>
            </a:r>
            <a:r>
              <a:rPr lang="uk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int</a:t>
            </a:r>
            <a:endParaRPr sz="16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r>
              <a:rPr lang="uk" sz="1600">
                <a:solidFill>
                  <a:schemeClr val="dk1"/>
                </a:solidFill>
              </a:rPr>
              <a:t>Подібні дії ми можемо зробити і за допомогою циклу for: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155" name="Google Shape;155;p23"/>
          <p:cNvSpPr txBox="1"/>
          <p:nvPr/>
        </p:nvSpPr>
        <p:spPr>
          <a:xfrm>
            <a:off x="78932" y="4183200"/>
            <a:ext cx="6702867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84665" marR="84665"/>
            <a:r>
              <a:rPr lang="uk" sz="1400" dirty="0">
                <a:solidFill>
                  <a:srgbClr val="006699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uk" sz="1400" dirty="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[] numbers = { 1, 2, 3, 4, 5 };</a:t>
            </a:r>
            <a:endParaRPr sz="1400" dirty="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/>
            <a:r>
              <a:rPr lang="uk" sz="1400" dirty="0">
                <a:solidFill>
                  <a:srgbClr val="006699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for</a:t>
            </a:r>
            <a:r>
              <a:rPr lang="uk" sz="1400" dirty="0">
                <a:solidFill>
                  <a:schemeClr val="dk1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uk" sz="1400" dirty="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uk" sz="1400" dirty="0">
                <a:solidFill>
                  <a:srgbClr val="006699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uk" sz="1400" dirty="0">
                <a:solidFill>
                  <a:schemeClr val="dk1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uk" sz="1400" dirty="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i = 0; i &lt; numbers.Length; i++)</a:t>
            </a:r>
            <a:endParaRPr sz="1400" dirty="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/>
            <a:r>
              <a:rPr lang="uk" sz="1400" dirty="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 sz="1400" dirty="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/>
            <a:r>
              <a:rPr lang="uk" sz="1400" dirty="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    Console.WriteLine(numbers[i]);</a:t>
            </a:r>
            <a:endParaRPr sz="1400" dirty="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/>
            <a:r>
              <a:rPr lang="uk" sz="1400" dirty="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400" dirty="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3">
            <p14:nvContentPartPr>
              <p14:cNvPr id="2" name="Рукописні дані 1">
                <a:extLst>
                  <a:ext uri="{FF2B5EF4-FFF2-40B4-BE49-F238E27FC236}">
                    <a16:creationId xmlns:a16="http://schemas.microsoft.com/office/drawing/2014/main" id="{A7C1D2A9-C7C3-43B8-AAAE-32D1AB138FEF}"/>
                  </a:ext>
                </a:extLst>
              </p14:cNvPr>
              <p14:cNvContentPartPr/>
              <p14:nvPr/>
            </p14:nvContentPartPr>
            <p14:xfrm>
              <a:off x="-543915" y="2104020"/>
              <a:ext cx="3887640" cy="1135440"/>
            </p14:xfrm>
          </p:contentPart>
        </mc:Choice>
        <mc:Fallback>
          <p:pic>
            <p:nvPicPr>
              <p:cNvPr id="2" name="Рукописні дані 1">
                <a:extLst>
                  <a:ext uri="{FF2B5EF4-FFF2-40B4-BE49-F238E27FC236}">
                    <a16:creationId xmlns:a16="http://schemas.microsoft.com/office/drawing/2014/main" id="{A7C1D2A9-C7C3-43B8-AAAE-32D1AB138FE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552915" y="2095020"/>
                <a:ext cx="3905280" cy="115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5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F533DFF4-D1F1-41A4-B7B7-2597689AA608}"/>
                  </a:ext>
                </a:extLst>
              </p14:cNvPr>
              <p14:cNvContentPartPr/>
              <p14:nvPr/>
            </p14:nvContentPartPr>
            <p14:xfrm>
              <a:off x="65925" y="4428180"/>
              <a:ext cx="5308560" cy="1470240"/>
            </p14:xfrm>
          </p:contentPart>
        </mc:Choice>
        <mc:Fallback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F533DFF4-D1F1-41A4-B7B7-2597689AA60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6925" y="4419540"/>
                <a:ext cx="5326200" cy="14878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4"/>
          <p:cNvSpPr txBox="1"/>
          <p:nvPr/>
        </p:nvSpPr>
        <p:spPr>
          <a:xfrm>
            <a:off x="168133" y="211968"/>
            <a:ext cx="11908000" cy="984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uk" sz="4800" b="1">
                <a:latin typeface="Times New Roman"/>
                <a:ea typeface="Times New Roman"/>
                <a:cs typeface="Times New Roman"/>
                <a:sym typeface="Times New Roman"/>
              </a:rPr>
              <a:t>Перебір масивів</a:t>
            </a:r>
            <a:endParaRPr sz="4800"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1" name="Google Shape;161;p24"/>
          <p:cNvSpPr txBox="1"/>
          <p:nvPr/>
        </p:nvSpPr>
        <p:spPr>
          <a:xfrm>
            <a:off x="412200" y="1197168"/>
            <a:ext cx="11330800" cy="984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uk" sz="1600">
                <a:solidFill>
                  <a:schemeClr val="dk1"/>
                </a:solidFill>
                <a:highlight>
                  <a:srgbClr val="F7F7FA"/>
                </a:highlight>
              </a:rPr>
              <a:t>У той же час цикл </a:t>
            </a:r>
            <a:r>
              <a:rPr lang="uk" sz="1600" b="1">
                <a:solidFill>
                  <a:schemeClr val="dk1"/>
                </a:solidFill>
                <a:highlight>
                  <a:srgbClr val="F7F7FA"/>
                </a:highlight>
              </a:rPr>
              <a:t>for</a:t>
            </a:r>
            <a:r>
              <a:rPr lang="uk" sz="1600">
                <a:solidFill>
                  <a:schemeClr val="dk1"/>
                </a:solidFill>
                <a:highlight>
                  <a:srgbClr val="F7F7FA"/>
                </a:highlight>
              </a:rPr>
              <a:t> більш гнучкий у порівнянні з </a:t>
            </a:r>
            <a:r>
              <a:rPr lang="uk" sz="1600" b="1">
                <a:solidFill>
                  <a:schemeClr val="dk1"/>
                </a:solidFill>
                <a:highlight>
                  <a:srgbClr val="F7F7FA"/>
                </a:highlight>
              </a:rPr>
              <a:t>foreach</a:t>
            </a:r>
            <a:r>
              <a:rPr lang="uk" sz="1600">
                <a:solidFill>
                  <a:schemeClr val="dk1"/>
                </a:solidFill>
                <a:highlight>
                  <a:srgbClr val="F7F7FA"/>
                </a:highlight>
              </a:rPr>
              <a:t> . Якщо </a:t>
            </a:r>
            <a:r>
              <a:rPr lang="uk" sz="1600" b="1">
                <a:solidFill>
                  <a:schemeClr val="dk1"/>
                </a:solidFill>
                <a:highlight>
                  <a:srgbClr val="F7F7FA"/>
                </a:highlight>
              </a:rPr>
              <a:t>foreach</a:t>
            </a:r>
            <a:r>
              <a:rPr lang="uk" sz="1600">
                <a:solidFill>
                  <a:schemeClr val="dk1"/>
                </a:solidFill>
                <a:highlight>
                  <a:srgbClr val="F7F7FA"/>
                </a:highlight>
              </a:rPr>
              <a:t> послідовно витягує елементи контейнера і тільки для читання, то в циклі for ми можемо перескакувати на кілька елементів вперед залежно від збільшення лічильника, а також можемо змінювати елементи:</a:t>
            </a:r>
            <a:endParaRPr sz="2400"/>
          </a:p>
        </p:txBody>
      </p:sp>
      <p:sp>
        <p:nvSpPr>
          <p:cNvPr id="162" name="Google Shape;162;p24"/>
          <p:cNvSpPr txBox="1"/>
          <p:nvPr/>
        </p:nvSpPr>
        <p:spPr>
          <a:xfrm>
            <a:off x="228033" y="2227534"/>
            <a:ext cx="4806000" cy="209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rgbClr val="006699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[] numbers = { 1, 2, 3, 4, 5 };</a:t>
            </a:r>
            <a:endParaRPr sz="140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rgbClr val="006699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for</a:t>
            </a:r>
            <a:r>
              <a:rPr lang="uk" sz="1400">
                <a:solidFill>
                  <a:schemeClr val="dk1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uk" sz="1400">
                <a:solidFill>
                  <a:srgbClr val="006699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uk" sz="1400">
                <a:solidFill>
                  <a:schemeClr val="dk1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i = 0; i &lt; numbers.Length; i++)</a:t>
            </a:r>
            <a:endParaRPr sz="140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 sz="140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    numbers[i] = numbers[i] * 2;</a:t>
            </a:r>
            <a:endParaRPr sz="140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    Console.WriteLine(numbers[i]);</a:t>
            </a:r>
            <a:endParaRPr sz="140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40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63" name="Google Shape;163;p24"/>
          <p:cNvSpPr txBox="1"/>
          <p:nvPr/>
        </p:nvSpPr>
        <p:spPr>
          <a:xfrm>
            <a:off x="4437500" y="2972933"/>
            <a:ext cx="2972800" cy="180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>
              <a:lnSpc>
                <a:spcPct val="156000"/>
              </a:lnSpc>
              <a:spcBef>
                <a:spcPts val="1600"/>
              </a:spcBef>
              <a:spcAft>
                <a:spcPts val="1600"/>
              </a:spcAft>
            </a:pPr>
            <a:r>
              <a:rPr lang="uk" sz="1600">
                <a:solidFill>
                  <a:schemeClr val="dk1"/>
                </a:solidFill>
              </a:rPr>
              <a:t>Також можна використовувати й інші види циклів, наприклад </a:t>
            </a:r>
            <a:r>
              <a:rPr lang="uk" sz="16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while</a:t>
            </a:r>
            <a:r>
              <a:rPr lang="uk" sz="1600">
                <a:solidFill>
                  <a:schemeClr val="dk1"/>
                </a:solidFill>
              </a:rPr>
              <a:t>: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164" name="Google Shape;164;p24"/>
          <p:cNvSpPr txBox="1"/>
          <p:nvPr/>
        </p:nvSpPr>
        <p:spPr>
          <a:xfrm>
            <a:off x="7349133" y="2227534"/>
            <a:ext cx="4630400" cy="2402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84665" marR="84665">
              <a:lnSpc>
                <a:spcPct val="143181"/>
              </a:lnSpc>
            </a:pPr>
            <a:r>
              <a:rPr lang="uk" sz="1400" b="1">
                <a:solidFill>
                  <a:srgbClr val="808080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[] numbers = { 1, 2, 3, 4, 5 };</a:t>
            </a:r>
            <a:endParaRPr sz="140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 b="1">
                <a:solidFill>
                  <a:srgbClr val="808080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uk" sz="1400">
                <a:solidFill>
                  <a:schemeClr val="dk1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i = 0;</a:t>
            </a:r>
            <a:endParaRPr sz="140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 b="1">
                <a:solidFill>
                  <a:srgbClr val="006699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while</a:t>
            </a: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(i &lt; numbers.Length)</a:t>
            </a:r>
            <a:endParaRPr sz="140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 sz="140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    Console.WriteLine(numbers[i]);</a:t>
            </a:r>
            <a:endParaRPr sz="140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    i++;</a:t>
            </a:r>
            <a:endParaRPr sz="140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84665" marR="84665">
              <a:lnSpc>
                <a:spcPct val="143181"/>
              </a:lnSpc>
            </a:pPr>
            <a:r>
              <a:rPr lang="uk" sz="1400">
                <a:solidFill>
                  <a:srgbClr val="188038"/>
                </a:solidFill>
                <a:highlight>
                  <a:srgbClr val="F5F5FA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400">
              <a:solidFill>
                <a:srgbClr val="188038"/>
              </a:solidFill>
              <a:highlight>
                <a:srgbClr val="F5F5FA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3">
            <p14:nvContentPartPr>
              <p14:cNvPr id="2" name="Рукописні дані 1">
                <a:extLst>
                  <a:ext uri="{FF2B5EF4-FFF2-40B4-BE49-F238E27FC236}">
                    <a16:creationId xmlns:a16="http://schemas.microsoft.com/office/drawing/2014/main" id="{9AEDA7E2-FAC6-41E4-AE83-AE4C7AB23005}"/>
                  </a:ext>
                </a:extLst>
              </p14:cNvPr>
              <p14:cNvContentPartPr/>
              <p14:nvPr/>
            </p14:nvContentPartPr>
            <p14:xfrm>
              <a:off x="6705405" y="2884860"/>
              <a:ext cx="5086440" cy="2011680"/>
            </p14:xfrm>
          </p:contentPart>
        </mc:Choice>
        <mc:Fallback>
          <p:pic>
            <p:nvPicPr>
              <p:cNvPr id="2" name="Рукописні дані 1">
                <a:extLst>
                  <a:ext uri="{FF2B5EF4-FFF2-40B4-BE49-F238E27FC236}">
                    <a16:creationId xmlns:a16="http://schemas.microsoft.com/office/drawing/2014/main" id="{9AEDA7E2-FAC6-41E4-AE83-AE4C7AB2300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96765" y="2876220"/>
                <a:ext cx="5104080" cy="202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5" name="Групувати 4">
            <a:extLst>
              <a:ext uri="{FF2B5EF4-FFF2-40B4-BE49-F238E27FC236}">
                <a16:creationId xmlns:a16="http://schemas.microsoft.com/office/drawing/2014/main" id="{AEC104D4-9737-4989-BC78-051665EE36F0}"/>
              </a:ext>
            </a:extLst>
          </p:cNvPr>
          <p:cNvGrpSpPr/>
          <p:nvPr/>
        </p:nvGrpSpPr>
        <p:grpSpPr>
          <a:xfrm>
            <a:off x="447885" y="2476260"/>
            <a:ext cx="4516560" cy="2279520"/>
            <a:chOff x="447885" y="2476260"/>
            <a:chExt cx="4516560" cy="2279520"/>
          </a:xfrm>
        </p:grpSpPr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5">
              <p14:nvContentPartPr>
                <p14:cNvPr id="3" name="Рукописні дані 2">
                  <a:extLst>
                    <a:ext uri="{FF2B5EF4-FFF2-40B4-BE49-F238E27FC236}">
                      <a16:creationId xmlns:a16="http://schemas.microsoft.com/office/drawing/2014/main" id="{2137DF82-BB91-4D1D-8FA5-4BA70DEA8362}"/>
                    </a:ext>
                  </a:extLst>
                </p14:cNvPr>
                <p14:cNvContentPartPr/>
                <p14:nvPr/>
              </p14:nvContentPartPr>
              <p14:xfrm>
                <a:off x="447885" y="2715300"/>
                <a:ext cx="4516560" cy="2040480"/>
              </p14:xfrm>
            </p:contentPart>
          </mc:Choice>
          <mc:Fallback>
            <p:pic>
              <p:nvPicPr>
                <p:cNvPr id="3" name="Рукописні дані 2">
                  <a:extLst>
                    <a:ext uri="{FF2B5EF4-FFF2-40B4-BE49-F238E27FC236}">
                      <a16:creationId xmlns:a16="http://schemas.microsoft.com/office/drawing/2014/main" id="{2137DF82-BB91-4D1D-8FA5-4BA70DEA836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38885" y="2706660"/>
                  <a:ext cx="4534200" cy="20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7">
              <p14:nvContentPartPr>
                <p14:cNvPr id="4" name="Рукописні дані 3">
                  <a:extLst>
                    <a:ext uri="{FF2B5EF4-FFF2-40B4-BE49-F238E27FC236}">
                      <a16:creationId xmlns:a16="http://schemas.microsoft.com/office/drawing/2014/main" id="{F769A16E-5A0D-4F80-A98E-7B9234A0CBB4}"/>
                    </a:ext>
                  </a:extLst>
                </p14:cNvPr>
                <p14:cNvContentPartPr/>
                <p14:nvPr/>
              </p14:nvContentPartPr>
              <p14:xfrm>
                <a:off x="3317445" y="2476260"/>
                <a:ext cx="1073880" cy="17640"/>
              </p14:xfrm>
            </p:contentPart>
          </mc:Choice>
          <mc:Fallback>
            <p:pic>
              <p:nvPicPr>
                <p:cNvPr id="4" name="Рукописні дані 3">
                  <a:extLst>
                    <a:ext uri="{FF2B5EF4-FFF2-40B4-BE49-F238E27FC236}">
                      <a16:creationId xmlns:a16="http://schemas.microsoft.com/office/drawing/2014/main" id="{F769A16E-5A0D-4F80-A98E-7B9234A0CBB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308805" y="2467620"/>
                  <a:ext cx="1091520" cy="3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6" name="Рукописні дані 5">
                <a:extLst>
                  <a:ext uri="{FF2B5EF4-FFF2-40B4-BE49-F238E27FC236}">
                    <a16:creationId xmlns:a16="http://schemas.microsoft.com/office/drawing/2014/main" id="{A8D9D563-DBF1-455B-8EC6-70E9A80D389E}"/>
                  </a:ext>
                </a:extLst>
              </p14:cNvPr>
              <p14:cNvContentPartPr/>
              <p14:nvPr/>
            </p14:nvContentPartPr>
            <p14:xfrm>
              <a:off x="7673445" y="4057740"/>
              <a:ext cx="938520" cy="181800"/>
            </p14:xfrm>
          </p:contentPart>
        </mc:Choice>
        <mc:Fallback>
          <p:pic>
            <p:nvPicPr>
              <p:cNvPr id="6" name="Рукописні дані 5">
                <a:extLst>
                  <a:ext uri="{FF2B5EF4-FFF2-40B4-BE49-F238E27FC236}">
                    <a16:creationId xmlns:a16="http://schemas.microsoft.com/office/drawing/2014/main" id="{A8D9D563-DBF1-455B-8EC6-70E9A80D389E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583805" y="3878100"/>
                <a:ext cx="1118160" cy="541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5"/>
          <p:cNvSpPr txBox="1"/>
          <p:nvPr/>
        </p:nvSpPr>
        <p:spPr>
          <a:xfrm>
            <a:off x="2800741" y="5235251"/>
            <a:ext cx="8420000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spAutoFit/>
          </a:bodyPr>
          <a:lstStyle/>
          <a:p>
            <a:pPr marL="169329" indent="-169329"/>
            <a:r>
              <a:rPr lang="uk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Доповнення:</a:t>
            </a:r>
            <a:r>
              <a:rPr lang="uk" sz="2400">
                <a:solidFill>
                  <a:srgbClr val="3333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lang="uk" sz="2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min</a:t>
            </a:r>
            <a:r>
              <a:rPr lang="uk" sz="2400">
                <a:solidFill>
                  <a:srgbClr val="3333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uk" sz="2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uk" sz="2400">
                <a:solidFill>
                  <a:srgbClr val="3333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uk" sz="2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Integer.</a:t>
            </a:r>
            <a:r>
              <a:rPr lang="uk" sz="2400" b="1" i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MAX_VALUE</a:t>
            </a:r>
            <a:r>
              <a:rPr lang="uk" sz="2400" b="1" i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;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5"/>
          <p:cNvSpPr/>
          <p:nvPr/>
        </p:nvSpPr>
        <p:spPr>
          <a:xfrm>
            <a:off x="-260063" y="-11963"/>
            <a:ext cx="6755200" cy="108440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BFBFBF"/>
          </a:solidFill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/>
            <a:endParaRPr sz="1867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5"/>
          <p:cNvSpPr txBox="1"/>
          <p:nvPr/>
        </p:nvSpPr>
        <p:spPr>
          <a:xfrm>
            <a:off x="0" y="75471"/>
            <a:ext cx="641960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spAutoFit/>
          </a:bodyPr>
          <a:lstStyle/>
          <a:p>
            <a:pPr algn="ctr"/>
            <a:r>
              <a:rPr lang="uk" sz="4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Максимальний елемент</a:t>
            </a:r>
            <a:endParaRPr sz="4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2" name="Google Shape;172;p25"/>
          <p:cNvSpPr/>
          <p:nvPr/>
        </p:nvSpPr>
        <p:spPr>
          <a:xfrm>
            <a:off x="2800741" y="1695820"/>
            <a:ext cx="6589200" cy="35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>
              <a:buClr>
                <a:srgbClr val="CC7832"/>
              </a:buClr>
              <a:buSzPts val="2100"/>
            </a:pPr>
            <a:r>
              <a:rPr lang="uk" sz="280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int </a:t>
            </a:r>
            <a:r>
              <a:rPr lang="uk" sz="28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max = Integer.</a:t>
            </a:r>
            <a:r>
              <a:rPr lang="uk" sz="2800" i="1">
                <a:solidFill>
                  <a:srgbClr val="9876AA"/>
                </a:solidFill>
                <a:latin typeface="Courier New"/>
                <a:ea typeface="Courier New"/>
                <a:cs typeface="Courier New"/>
                <a:sym typeface="Courier New"/>
              </a:rPr>
              <a:t>MIN_VALUE</a:t>
            </a:r>
            <a:r>
              <a:rPr lang="uk" sz="280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;</a:t>
            </a:r>
            <a:br>
              <a:rPr lang="uk" sz="280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uk" sz="280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for </a:t>
            </a:r>
            <a:r>
              <a:rPr lang="uk" sz="28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uk" sz="280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int </a:t>
            </a:r>
            <a:r>
              <a:rPr lang="uk" sz="28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i = </a:t>
            </a:r>
            <a:r>
              <a:rPr lang="uk" sz="2800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uk" sz="280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uk" sz="28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i &lt; n</a:t>
            </a:r>
            <a:r>
              <a:rPr lang="uk" sz="280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uk" sz="28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i++) {</a:t>
            </a:r>
            <a:br>
              <a:rPr lang="uk" sz="28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uk" sz="28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    arr[i] = in.nextInt()</a:t>
            </a:r>
            <a:r>
              <a:rPr lang="uk" sz="280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;</a:t>
            </a:r>
            <a:br>
              <a:rPr lang="uk" sz="280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uk" sz="280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    if </a:t>
            </a:r>
            <a:r>
              <a:rPr lang="uk" sz="28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(arr[i] &gt; max) {</a:t>
            </a:r>
            <a:br>
              <a:rPr lang="uk" sz="28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uk" sz="28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        max = arr[i]</a:t>
            </a:r>
            <a:r>
              <a:rPr lang="uk" sz="280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;</a:t>
            </a:r>
            <a:br>
              <a:rPr lang="uk" sz="280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uk" sz="280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uk" sz="28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br>
              <a:rPr lang="uk" sz="28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uk" sz="28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br>
              <a:rPr lang="uk" sz="28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uk" sz="28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System.</a:t>
            </a:r>
            <a:r>
              <a:rPr lang="uk" sz="2800" i="1">
                <a:solidFill>
                  <a:srgbClr val="9876AA"/>
                </a:solidFill>
                <a:latin typeface="Courier New"/>
                <a:ea typeface="Courier New"/>
                <a:cs typeface="Courier New"/>
                <a:sym typeface="Courier New"/>
              </a:rPr>
              <a:t>out</a:t>
            </a:r>
            <a:r>
              <a:rPr lang="uk" sz="28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.println(max)</a:t>
            </a:r>
            <a:r>
              <a:rPr lang="uk" sz="280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5467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73" name="Google Shape;173;p25"/>
          <p:cNvSpPr/>
          <p:nvPr/>
        </p:nvSpPr>
        <p:spPr>
          <a:xfrm>
            <a:off x="1068707" y="2252873"/>
            <a:ext cx="759200" cy="68600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BFBFBF"/>
          </a:solidFill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/>
            <a:endParaRPr sz="1867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5"/>
          <p:cNvSpPr/>
          <p:nvPr/>
        </p:nvSpPr>
        <p:spPr>
          <a:xfrm>
            <a:off x="856295" y="2131780"/>
            <a:ext cx="759200" cy="686000"/>
          </a:xfrm>
          <a:prstGeom prst="hexagon">
            <a:avLst>
              <a:gd name="adj" fmla="val 25000"/>
              <a:gd name="vf" fmla="val 115470"/>
            </a:avLst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/>
            <a:endParaRPr sz="1867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5"/>
          <p:cNvSpPr/>
          <p:nvPr/>
        </p:nvSpPr>
        <p:spPr>
          <a:xfrm>
            <a:off x="1954827" y="5692451"/>
            <a:ext cx="759200" cy="68600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BFBFBF"/>
          </a:solidFill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/>
            <a:endParaRPr sz="1867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5"/>
          <p:cNvSpPr/>
          <p:nvPr/>
        </p:nvSpPr>
        <p:spPr>
          <a:xfrm>
            <a:off x="1742413" y="5571357"/>
            <a:ext cx="759200" cy="686000"/>
          </a:xfrm>
          <a:prstGeom prst="hexagon">
            <a:avLst>
              <a:gd name="adj" fmla="val 25000"/>
              <a:gd name="vf" fmla="val 115470"/>
            </a:avLst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/>
            <a:endParaRPr sz="1867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5"/>
          <p:cNvSpPr/>
          <p:nvPr/>
        </p:nvSpPr>
        <p:spPr>
          <a:xfrm>
            <a:off x="9317160" y="385995"/>
            <a:ext cx="759200" cy="68600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BFBFBF"/>
          </a:solidFill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/>
            <a:endParaRPr sz="1867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5"/>
          <p:cNvSpPr/>
          <p:nvPr/>
        </p:nvSpPr>
        <p:spPr>
          <a:xfrm>
            <a:off x="9104747" y="264901"/>
            <a:ext cx="759200" cy="686000"/>
          </a:xfrm>
          <a:prstGeom prst="hexagon">
            <a:avLst>
              <a:gd name="adj" fmla="val 25000"/>
              <a:gd name="vf" fmla="val 115470"/>
            </a:avLst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/>
            <a:endParaRPr sz="1867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5"/>
          <p:cNvSpPr/>
          <p:nvPr/>
        </p:nvSpPr>
        <p:spPr>
          <a:xfrm>
            <a:off x="10334071" y="3550093"/>
            <a:ext cx="759200" cy="68600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BFBFBF"/>
          </a:solidFill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/>
            <a:endParaRPr sz="1867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5"/>
          <p:cNvSpPr/>
          <p:nvPr/>
        </p:nvSpPr>
        <p:spPr>
          <a:xfrm>
            <a:off x="10121659" y="3429000"/>
            <a:ext cx="759200" cy="686000"/>
          </a:xfrm>
          <a:prstGeom prst="hexagon">
            <a:avLst>
              <a:gd name="adj" fmla="val 25000"/>
              <a:gd name="vf" fmla="val 115470"/>
            </a:avLst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/>
            <a:endParaRPr sz="1867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6"/>
          <p:cNvSpPr txBox="1"/>
          <p:nvPr/>
        </p:nvSpPr>
        <p:spPr>
          <a:xfrm>
            <a:off x="7182427" y="153161"/>
            <a:ext cx="4369600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spAutoFit/>
          </a:bodyPr>
          <a:lstStyle/>
          <a:p>
            <a:pPr marL="169329" indent="-169329"/>
            <a:r>
              <a:rPr lang="uk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Як отримати довжину масиву в Java?</a:t>
            </a:r>
            <a:endParaRPr sz="1467"/>
          </a:p>
        </p:txBody>
      </p:sp>
      <p:sp>
        <p:nvSpPr>
          <p:cNvPr id="186" name="Google Shape;186;p26"/>
          <p:cNvSpPr txBox="1"/>
          <p:nvPr/>
        </p:nvSpPr>
        <p:spPr>
          <a:xfrm>
            <a:off x="5852381" y="1571611"/>
            <a:ext cx="66464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spAutoFit/>
          </a:bodyPr>
          <a:lstStyle/>
          <a:p>
            <a:r>
              <a:rPr lang="uk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Як отримати останній елемент масиву? 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7" name="Google Shape;187;p26"/>
          <p:cNvSpPr txBox="1"/>
          <p:nvPr/>
        </p:nvSpPr>
        <p:spPr>
          <a:xfrm>
            <a:off x="192389" y="4894847"/>
            <a:ext cx="72452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spAutoFit/>
          </a:bodyPr>
          <a:lstStyle/>
          <a:p>
            <a:r>
              <a:rPr lang="uk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Як заповнити масив випадковими числами?</a:t>
            </a:r>
            <a:endParaRPr sz="1467"/>
          </a:p>
        </p:txBody>
      </p:sp>
      <p:sp>
        <p:nvSpPr>
          <p:cNvPr id="188" name="Google Shape;188;p26"/>
          <p:cNvSpPr txBox="1"/>
          <p:nvPr/>
        </p:nvSpPr>
        <p:spPr>
          <a:xfrm>
            <a:off x="7281159" y="1040404"/>
            <a:ext cx="3912000" cy="666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spAutoFit/>
          </a:bodyPr>
          <a:lstStyle/>
          <a:p>
            <a:pPr>
              <a:buClr>
                <a:srgbClr val="CC7832"/>
              </a:buClr>
              <a:buSzPts val="1400"/>
            </a:pP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int </a:t>
            </a:r>
            <a:r>
              <a:rPr lang="uk" sz="1867">
                <a:solidFill>
                  <a:srgbClr val="9876AA"/>
                </a:solidFill>
                <a:latin typeface="Courier New"/>
                <a:ea typeface="Courier New"/>
                <a:cs typeface="Courier New"/>
                <a:sym typeface="Courier New"/>
              </a:rPr>
              <a:t>arrLength 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= arr.length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4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89" name="Google Shape;189;p26"/>
          <p:cNvSpPr txBox="1"/>
          <p:nvPr/>
        </p:nvSpPr>
        <p:spPr>
          <a:xfrm>
            <a:off x="348459" y="1012748"/>
            <a:ext cx="60944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spAutoFit/>
          </a:bodyPr>
          <a:lstStyle/>
          <a:p>
            <a:r>
              <a:rPr lang="uk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Як вивести масив?</a:t>
            </a:r>
            <a:endParaRPr sz="1467"/>
          </a:p>
        </p:txBody>
      </p:sp>
      <p:sp>
        <p:nvSpPr>
          <p:cNvPr id="190" name="Google Shape;190;p26"/>
          <p:cNvSpPr txBox="1"/>
          <p:nvPr/>
        </p:nvSpPr>
        <p:spPr>
          <a:xfrm>
            <a:off x="5880661" y="2089523"/>
            <a:ext cx="6094400" cy="379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spAutoFit/>
          </a:bodyPr>
          <a:lstStyle/>
          <a:p>
            <a:pPr>
              <a:buClr>
                <a:srgbClr val="CC7832"/>
              </a:buClr>
              <a:buSzPts val="1400"/>
            </a:pP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int </a:t>
            </a:r>
            <a:r>
              <a:rPr lang="uk" sz="1867">
                <a:solidFill>
                  <a:srgbClr val="9876AA"/>
                </a:solidFill>
                <a:latin typeface="Courier New"/>
                <a:ea typeface="Courier New"/>
                <a:cs typeface="Courier New"/>
                <a:sym typeface="Courier New"/>
              </a:rPr>
              <a:t>lastElem 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= arr[arr.length - </a:t>
            </a:r>
            <a:r>
              <a:rPr lang="uk" sz="1867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4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91" name="Google Shape;191;p26"/>
          <p:cNvSpPr/>
          <p:nvPr/>
        </p:nvSpPr>
        <p:spPr>
          <a:xfrm>
            <a:off x="-288341" y="-32225"/>
            <a:ext cx="6755200" cy="87840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BFBFBF"/>
          </a:solidFill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/>
            <a:endParaRPr sz="1867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6"/>
          <p:cNvSpPr txBox="1"/>
          <p:nvPr/>
        </p:nvSpPr>
        <p:spPr>
          <a:xfrm>
            <a:off x="0" y="75683"/>
            <a:ext cx="62124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spAutoFit/>
          </a:bodyPr>
          <a:lstStyle/>
          <a:p>
            <a:pPr algn="ctr"/>
            <a:r>
              <a:rPr lang="uk" sz="3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Пам’ятка про масиви</a:t>
            </a:r>
            <a:endParaRPr sz="1467"/>
          </a:p>
        </p:txBody>
      </p:sp>
      <p:sp>
        <p:nvSpPr>
          <p:cNvPr id="193" name="Google Shape;193;p26"/>
          <p:cNvSpPr/>
          <p:nvPr/>
        </p:nvSpPr>
        <p:spPr>
          <a:xfrm>
            <a:off x="11306885" y="4731943"/>
            <a:ext cx="759200" cy="68600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BFBFBF"/>
          </a:solidFill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/>
            <a:endParaRPr sz="1867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6"/>
          <p:cNvSpPr/>
          <p:nvPr/>
        </p:nvSpPr>
        <p:spPr>
          <a:xfrm>
            <a:off x="11094472" y="4610849"/>
            <a:ext cx="759200" cy="686000"/>
          </a:xfrm>
          <a:prstGeom prst="hexagon">
            <a:avLst>
              <a:gd name="adj" fmla="val 25000"/>
              <a:gd name="vf" fmla="val 115470"/>
            </a:avLst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/>
            <a:endParaRPr sz="1867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6"/>
          <p:cNvSpPr/>
          <p:nvPr/>
        </p:nvSpPr>
        <p:spPr>
          <a:xfrm>
            <a:off x="4899988" y="1056171"/>
            <a:ext cx="759200" cy="68600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BFBFBF"/>
          </a:solidFill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/>
            <a:endParaRPr sz="1867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6"/>
          <p:cNvSpPr/>
          <p:nvPr/>
        </p:nvSpPr>
        <p:spPr>
          <a:xfrm>
            <a:off x="4687575" y="935077"/>
            <a:ext cx="759200" cy="686000"/>
          </a:xfrm>
          <a:prstGeom prst="hexagon">
            <a:avLst>
              <a:gd name="adj" fmla="val 25000"/>
              <a:gd name="vf" fmla="val 115470"/>
            </a:avLst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/>
            <a:endParaRPr sz="1867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6"/>
          <p:cNvSpPr/>
          <p:nvPr/>
        </p:nvSpPr>
        <p:spPr>
          <a:xfrm>
            <a:off x="11658081" y="34644"/>
            <a:ext cx="759200" cy="686000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BFBFBF"/>
          </a:solidFill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/>
            <a:endParaRPr sz="1867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6"/>
          <p:cNvSpPr/>
          <p:nvPr/>
        </p:nvSpPr>
        <p:spPr>
          <a:xfrm>
            <a:off x="11445668" y="-86449"/>
            <a:ext cx="759200" cy="686000"/>
          </a:xfrm>
          <a:prstGeom prst="hexagon">
            <a:avLst>
              <a:gd name="adj" fmla="val 25000"/>
              <a:gd name="vf" fmla="val 115470"/>
            </a:avLst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/>
            <a:endParaRPr sz="1867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6"/>
          <p:cNvSpPr/>
          <p:nvPr/>
        </p:nvSpPr>
        <p:spPr>
          <a:xfrm>
            <a:off x="348459" y="1632604"/>
            <a:ext cx="7089200" cy="5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>
              <a:buClr>
                <a:srgbClr val="CC7832"/>
              </a:buClr>
              <a:buSzPts val="1200"/>
            </a:pPr>
            <a:r>
              <a:rPr lang="uk" sz="160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for </a:t>
            </a:r>
            <a:r>
              <a:rPr lang="uk" sz="16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uk" sz="160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int </a:t>
            </a:r>
            <a:r>
              <a:rPr lang="uk" sz="1600">
                <a:solidFill>
                  <a:srgbClr val="9876AA"/>
                </a:solidFill>
                <a:latin typeface="Courier New"/>
                <a:ea typeface="Courier New"/>
                <a:cs typeface="Courier New"/>
                <a:sym typeface="Courier New"/>
              </a:rPr>
              <a:t>i </a:t>
            </a:r>
            <a:r>
              <a:rPr lang="uk" sz="16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= </a:t>
            </a:r>
            <a:r>
              <a:rPr lang="uk" sz="1600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uk" sz="160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uk" sz="16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i &lt; n</a:t>
            </a:r>
            <a:r>
              <a:rPr lang="uk" sz="160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uk" sz="1600">
                <a:solidFill>
                  <a:srgbClr val="9876AA"/>
                </a:solidFill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uk" sz="16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++) </a:t>
            </a:r>
            <a:br>
              <a:rPr lang="uk" sz="16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uk" sz="16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        System.out.</a:t>
            </a:r>
            <a:r>
              <a:rPr lang="uk" sz="1600">
                <a:solidFill>
                  <a:srgbClr val="FFC66D"/>
                </a:solidFill>
                <a:latin typeface="Courier New"/>
                <a:ea typeface="Courier New"/>
                <a:cs typeface="Courier New"/>
                <a:sym typeface="Courier New"/>
              </a:rPr>
              <a:t>print</a:t>
            </a:r>
            <a:r>
              <a:rPr lang="uk" sz="16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(arr[</a:t>
            </a:r>
            <a:r>
              <a:rPr lang="uk" sz="1600">
                <a:solidFill>
                  <a:srgbClr val="9876AA"/>
                </a:solidFill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uk" sz="16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] + </a:t>
            </a:r>
            <a:r>
              <a:rPr lang="uk" sz="1600">
                <a:solidFill>
                  <a:srgbClr val="6A8759"/>
                </a:solidFill>
                <a:latin typeface="Courier New"/>
                <a:ea typeface="Courier New"/>
                <a:cs typeface="Courier New"/>
                <a:sym typeface="Courier New"/>
              </a:rPr>
              <a:t>" "</a:t>
            </a:r>
            <a:r>
              <a:rPr lang="uk" sz="160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uk" sz="160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36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0" name="Google Shape;200;p26"/>
          <p:cNvSpPr/>
          <p:nvPr/>
        </p:nvSpPr>
        <p:spPr>
          <a:xfrm>
            <a:off x="395359" y="5456445"/>
            <a:ext cx="6094400" cy="1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>
              <a:buClr>
                <a:srgbClr val="CC7832"/>
              </a:buClr>
              <a:buSzPts val="1400"/>
            </a:pP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for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int </a:t>
            </a:r>
            <a:r>
              <a:rPr lang="uk" sz="1867">
                <a:solidFill>
                  <a:srgbClr val="9876AA"/>
                </a:solidFill>
                <a:latin typeface="Courier New"/>
                <a:ea typeface="Courier New"/>
                <a:cs typeface="Courier New"/>
                <a:sym typeface="Courier New"/>
              </a:rPr>
              <a:t>i 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= </a:t>
            </a:r>
            <a:r>
              <a:rPr lang="uk" sz="1867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i &lt; arr.length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uk" sz="1867">
                <a:solidFill>
                  <a:srgbClr val="9876AA"/>
                </a:solidFill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++){</a:t>
            </a:r>
            <a:b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    arr[</a:t>
            </a:r>
            <a:r>
              <a:rPr lang="uk" sz="1867">
                <a:solidFill>
                  <a:srgbClr val="9876AA"/>
                </a:solidFill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] =(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) </a:t>
            </a:r>
            <a:r>
              <a:rPr lang="uk" sz="1867">
                <a:solidFill>
                  <a:srgbClr val="FFC66D"/>
                </a:solidFill>
                <a:latin typeface="Courier New"/>
                <a:ea typeface="Courier New"/>
                <a:cs typeface="Courier New"/>
                <a:sym typeface="Courier New"/>
              </a:rPr>
              <a:t>round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( random() * </a:t>
            </a:r>
            <a:r>
              <a:rPr lang="uk" sz="1867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10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;</a:t>
            </a:r>
            <a:b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System.out.</a:t>
            </a:r>
            <a:r>
              <a:rPr lang="uk" sz="1867">
                <a:solidFill>
                  <a:srgbClr val="FFC66D"/>
                </a:solidFill>
                <a:latin typeface="Courier New"/>
                <a:ea typeface="Courier New"/>
                <a:cs typeface="Courier New"/>
                <a:sym typeface="Courier New"/>
              </a:rPr>
              <a:t>print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(arr[</a:t>
            </a:r>
            <a:r>
              <a:rPr lang="uk" sz="1867">
                <a:solidFill>
                  <a:srgbClr val="9876AA"/>
                </a:solidFill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] + </a:t>
            </a:r>
            <a:r>
              <a:rPr lang="uk" sz="1867">
                <a:solidFill>
                  <a:srgbClr val="6A8759"/>
                </a:solidFill>
                <a:latin typeface="Courier New"/>
                <a:ea typeface="Courier New"/>
                <a:cs typeface="Courier New"/>
                <a:sym typeface="Courier New"/>
              </a:rPr>
              <a:t>" "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;</a:t>
            </a:r>
            <a:b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4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1" name="Google Shape;201;p26"/>
          <p:cNvSpPr txBox="1"/>
          <p:nvPr/>
        </p:nvSpPr>
        <p:spPr>
          <a:xfrm>
            <a:off x="7599900" y="5332619"/>
            <a:ext cx="43696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spAutoFit/>
          </a:bodyPr>
          <a:lstStyle/>
          <a:p>
            <a:r>
              <a:rPr lang="uk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Як відсортувати масив? </a:t>
            </a:r>
            <a:endParaRPr sz="1467"/>
          </a:p>
        </p:txBody>
      </p:sp>
      <p:sp>
        <p:nvSpPr>
          <p:cNvPr id="202" name="Google Shape;202;p26"/>
          <p:cNvSpPr/>
          <p:nvPr/>
        </p:nvSpPr>
        <p:spPr>
          <a:xfrm>
            <a:off x="7607523" y="5854523"/>
            <a:ext cx="4458400" cy="6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>
              <a:buClr>
                <a:srgbClr val="CC7832"/>
              </a:buClr>
              <a:buSzPts val="1400"/>
            </a:pP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[] arr = {</a:t>
            </a:r>
            <a:r>
              <a:rPr lang="uk" sz="1867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uk" sz="1867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uk" sz="1867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3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uk" sz="1867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4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uk" sz="1867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5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uk" sz="1867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;</a:t>
            </a:r>
            <a:b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Arrays.</a:t>
            </a:r>
            <a:r>
              <a:rPr lang="uk" sz="1867" i="1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sort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(arr)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4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3" name="Google Shape;203;p26"/>
          <p:cNvSpPr txBox="1"/>
          <p:nvPr/>
        </p:nvSpPr>
        <p:spPr>
          <a:xfrm>
            <a:off x="117836" y="2863756"/>
            <a:ext cx="60944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spAutoFit/>
          </a:bodyPr>
          <a:lstStyle/>
          <a:p>
            <a:r>
              <a:rPr lang="uk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Як перетворити на рядок масив?</a:t>
            </a:r>
            <a:endParaRPr sz="1467"/>
          </a:p>
        </p:txBody>
      </p:sp>
      <p:sp>
        <p:nvSpPr>
          <p:cNvPr id="204" name="Google Shape;204;p26"/>
          <p:cNvSpPr/>
          <p:nvPr/>
        </p:nvSpPr>
        <p:spPr>
          <a:xfrm>
            <a:off x="198831" y="3425355"/>
            <a:ext cx="6212400" cy="6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>
              <a:buClr>
                <a:srgbClr val="CC7832"/>
              </a:buClr>
              <a:buSzPts val="1400"/>
            </a:pP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[] arr = {</a:t>
            </a:r>
            <a:r>
              <a:rPr lang="uk" sz="1867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uk" sz="1867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uk" sz="1867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3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uk" sz="1867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4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uk" sz="1867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5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uk" sz="1867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;</a:t>
            </a:r>
            <a:b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System.</a:t>
            </a:r>
            <a:r>
              <a:rPr lang="uk" sz="1867" i="1">
                <a:solidFill>
                  <a:srgbClr val="9876AA"/>
                </a:solidFill>
                <a:latin typeface="Courier New"/>
                <a:ea typeface="Courier New"/>
                <a:cs typeface="Courier New"/>
                <a:sym typeface="Courier New"/>
              </a:rPr>
              <a:t>out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.println(Arrays.</a:t>
            </a:r>
            <a:r>
              <a:rPr lang="uk" sz="1867" i="1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toString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(arr))</a:t>
            </a: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40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5" name="Google Shape;205;p26"/>
          <p:cNvSpPr/>
          <p:nvPr/>
        </p:nvSpPr>
        <p:spPr>
          <a:xfrm>
            <a:off x="6212264" y="3313899"/>
            <a:ext cx="6212400" cy="1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>
              <a:buClr>
                <a:srgbClr val="CC7832"/>
              </a:buClr>
              <a:buSzPts val="1400"/>
            </a:pPr>
            <a:r>
              <a:rPr lang="uk" sz="1867" dirty="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uk" sz="1867" dirty="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[] arr1 = {</a:t>
            </a:r>
            <a:r>
              <a:rPr lang="uk" sz="1867" dirty="0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uk" sz="1867" dirty="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uk" sz="1867" dirty="0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uk" sz="1867" dirty="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uk" sz="1867" dirty="0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3</a:t>
            </a:r>
            <a:r>
              <a:rPr lang="uk" sz="1867" dirty="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uk" sz="1867" dirty="0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4</a:t>
            </a:r>
            <a:r>
              <a:rPr lang="uk" sz="1867" dirty="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uk" sz="1867" dirty="0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5</a:t>
            </a:r>
            <a:r>
              <a:rPr lang="uk" sz="1867" dirty="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uk" sz="1867" dirty="0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r>
              <a:rPr lang="uk" sz="1867" dirty="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r>
              <a:rPr lang="uk" sz="1867" dirty="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;</a:t>
            </a:r>
            <a:br>
              <a:rPr lang="uk" sz="1867" dirty="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uk" sz="1867" dirty="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uk" sz="1867" dirty="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[] arr2 = {</a:t>
            </a:r>
            <a:r>
              <a:rPr lang="uk" sz="1867" dirty="0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uk" sz="1867" dirty="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uk" sz="1867" dirty="0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uk" sz="1867" dirty="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uk" sz="1867" dirty="0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3</a:t>
            </a:r>
            <a:r>
              <a:rPr lang="uk" sz="1867" dirty="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uk" sz="1867" dirty="0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4</a:t>
            </a:r>
            <a:r>
              <a:rPr lang="uk" sz="1867" dirty="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uk" sz="1867" dirty="0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5</a:t>
            </a:r>
            <a:r>
              <a:rPr lang="uk" sz="1867" dirty="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uk" sz="1867" dirty="0">
                <a:solidFill>
                  <a:srgbClr val="6897BB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r>
              <a:rPr lang="uk" sz="1867" dirty="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r>
              <a:rPr lang="uk" sz="1867" dirty="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;</a:t>
            </a:r>
            <a:br>
              <a:rPr lang="uk" sz="1867" dirty="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uk" sz="1867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if </a:t>
            </a:r>
            <a:r>
              <a:rPr lang="uk" sz="1867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br>
              <a:rPr lang="uk" sz="1867" dirty="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uk" sz="1867" dirty="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    System.</a:t>
            </a:r>
            <a:r>
              <a:rPr lang="uk" sz="1867" i="1" dirty="0">
                <a:solidFill>
                  <a:srgbClr val="9876AA"/>
                </a:solidFill>
                <a:latin typeface="Courier New"/>
                <a:ea typeface="Courier New"/>
                <a:cs typeface="Courier New"/>
                <a:sym typeface="Courier New"/>
              </a:rPr>
              <a:t>out</a:t>
            </a:r>
            <a:r>
              <a:rPr lang="uk" sz="1867" dirty="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.println(</a:t>
            </a:r>
            <a:r>
              <a:rPr lang="uk" sz="1867" dirty="0">
                <a:solidFill>
                  <a:srgbClr val="6A8759"/>
                </a:solidFill>
                <a:latin typeface="Courier New"/>
                <a:ea typeface="Courier New"/>
                <a:cs typeface="Courier New"/>
                <a:sym typeface="Courier New"/>
              </a:rPr>
              <a:t>"Масиви рівні!"</a:t>
            </a:r>
            <a:r>
              <a:rPr lang="uk" sz="1867" dirty="0">
                <a:solidFill>
                  <a:srgbClr val="A9B7C6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uk" sz="1867" dirty="0">
                <a:solidFill>
                  <a:srgbClr val="CC7832"/>
                </a:solidFill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40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6" name="Google Shape;206;p26"/>
          <p:cNvSpPr txBox="1"/>
          <p:nvPr/>
        </p:nvSpPr>
        <p:spPr>
          <a:xfrm>
            <a:off x="6212264" y="2861980"/>
            <a:ext cx="63960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spAutoFit/>
          </a:bodyPr>
          <a:lstStyle/>
          <a:p>
            <a:r>
              <a:rPr lang="uk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Як порівняти масиви?</a:t>
            </a:r>
            <a:endParaRPr sz="1467"/>
          </a:p>
        </p:txBody>
      </p: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">
            <p14:nvContentPartPr>
              <p14:cNvPr id="2" name="Рукописні дані 1">
                <a:extLst>
                  <a:ext uri="{FF2B5EF4-FFF2-40B4-BE49-F238E27FC236}">
                    <a16:creationId xmlns:a16="http://schemas.microsoft.com/office/drawing/2014/main" id="{386DEB18-66ED-48F9-81A3-008B878DE134}"/>
                  </a:ext>
                </a:extLst>
              </p14:cNvPr>
              <p14:cNvContentPartPr/>
              <p14:nvPr/>
            </p14:nvContentPartPr>
            <p14:xfrm>
              <a:off x="9134685" y="818850"/>
              <a:ext cx="4320" cy="360"/>
            </p14:xfrm>
          </p:contentPart>
        </mc:Choice>
        <mc:Fallback xmlns="">
          <p:pic>
            <p:nvPicPr>
              <p:cNvPr id="2" name="Рукописні дані 1">
                <a:extLst>
                  <a:ext uri="{FF2B5EF4-FFF2-40B4-BE49-F238E27FC236}">
                    <a16:creationId xmlns:a16="http://schemas.microsoft.com/office/drawing/2014/main" id="{386DEB18-66ED-48F9-81A3-008B878DE13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125685" y="810210"/>
                <a:ext cx="2196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5">
            <p14:nvContentPartPr>
              <p14:cNvPr id="3" name="Рукописні дані 2">
                <a:extLst>
                  <a:ext uri="{FF2B5EF4-FFF2-40B4-BE49-F238E27FC236}">
                    <a16:creationId xmlns:a16="http://schemas.microsoft.com/office/drawing/2014/main" id="{71D6A823-DBDD-47B8-AD22-9C19C9D82425}"/>
                  </a:ext>
                </a:extLst>
              </p14:cNvPr>
              <p14:cNvContentPartPr/>
              <p14:nvPr/>
            </p14:nvContentPartPr>
            <p14:xfrm>
              <a:off x="304605" y="1427970"/>
              <a:ext cx="3297600" cy="57960"/>
            </p14:xfrm>
          </p:contentPart>
        </mc:Choice>
        <mc:Fallback>
          <p:pic>
            <p:nvPicPr>
              <p:cNvPr id="3" name="Рукописні дані 2">
                <a:extLst>
                  <a:ext uri="{FF2B5EF4-FFF2-40B4-BE49-F238E27FC236}">
                    <a16:creationId xmlns:a16="http://schemas.microsoft.com/office/drawing/2014/main" id="{71D6A823-DBDD-47B8-AD22-9C19C9D8242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95965" y="1419330"/>
                <a:ext cx="3315240" cy="7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7">
            <p14:nvContentPartPr>
              <p14:cNvPr id="4" name="Рукописні дані 3">
                <a:extLst>
                  <a:ext uri="{FF2B5EF4-FFF2-40B4-BE49-F238E27FC236}">
                    <a16:creationId xmlns:a16="http://schemas.microsoft.com/office/drawing/2014/main" id="{210CE764-C200-4A47-840C-FA77C9769C57}"/>
                  </a:ext>
                </a:extLst>
              </p14:cNvPr>
              <p14:cNvContentPartPr/>
              <p14:nvPr/>
            </p14:nvContentPartPr>
            <p14:xfrm>
              <a:off x="1428885" y="2257050"/>
              <a:ext cx="1459440" cy="360"/>
            </p14:xfrm>
          </p:contentPart>
        </mc:Choice>
        <mc:Fallback>
          <p:pic>
            <p:nvPicPr>
              <p:cNvPr id="4" name="Рукописні дані 3">
                <a:extLst>
                  <a:ext uri="{FF2B5EF4-FFF2-40B4-BE49-F238E27FC236}">
                    <a16:creationId xmlns:a16="http://schemas.microsoft.com/office/drawing/2014/main" id="{210CE764-C200-4A47-840C-FA77C9769C57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19885" y="2248410"/>
                <a:ext cx="147708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9">
            <p14:nvContentPartPr>
              <p14:cNvPr id="5" name="Рукописні дані 4">
                <a:extLst>
                  <a:ext uri="{FF2B5EF4-FFF2-40B4-BE49-F238E27FC236}">
                    <a16:creationId xmlns:a16="http://schemas.microsoft.com/office/drawing/2014/main" id="{762BCFC1-AC58-423F-948D-7EE03D190285}"/>
                  </a:ext>
                </a:extLst>
              </p14:cNvPr>
              <p14:cNvContentPartPr/>
              <p14:nvPr/>
            </p14:nvContentPartPr>
            <p14:xfrm>
              <a:off x="6915285" y="4152810"/>
              <a:ext cx="2100600" cy="29160"/>
            </p14:xfrm>
          </p:contentPart>
        </mc:Choice>
        <mc:Fallback>
          <p:pic>
            <p:nvPicPr>
              <p:cNvPr id="5" name="Рукописні дані 4">
                <a:extLst>
                  <a:ext uri="{FF2B5EF4-FFF2-40B4-BE49-F238E27FC236}">
                    <a16:creationId xmlns:a16="http://schemas.microsoft.com/office/drawing/2014/main" id="{762BCFC1-AC58-423F-948D-7EE03D19028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906285" y="4144170"/>
                <a:ext cx="21182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11">
            <p14:nvContentPartPr>
              <p14:cNvPr id="6" name="Рукописні дані 5">
                <a:extLst>
                  <a:ext uri="{FF2B5EF4-FFF2-40B4-BE49-F238E27FC236}">
                    <a16:creationId xmlns:a16="http://schemas.microsoft.com/office/drawing/2014/main" id="{2C2B1E69-E7EE-4D56-BF31-C65A6DFDB556}"/>
                  </a:ext>
                </a:extLst>
              </p14:cNvPr>
              <p14:cNvContentPartPr/>
              <p14:nvPr/>
            </p14:nvContentPartPr>
            <p14:xfrm>
              <a:off x="7305885" y="3314730"/>
              <a:ext cx="360" cy="360"/>
            </p14:xfrm>
          </p:contentPart>
        </mc:Choice>
        <mc:Fallback>
          <p:pic>
            <p:nvPicPr>
              <p:cNvPr id="6" name="Рукописні дані 5">
                <a:extLst>
                  <a:ext uri="{FF2B5EF4-FFF2-40B4-BE49-F238E27FC236}">
                    <a16:creationId xmlns:a16="http://schemas.microsoft.com/office/drawing/2014/main" id="{2C2B1E69-E7EE-4D56-BF31-C65A6DFDB556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296885" y="330573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13">
            <p14:nvContentPartPr>
              <p14:cNvPr id="7" name="Рукописні дані 6">
                <a:extLst>
                  <a:ext uri="{FF2B5EF4-FFF2-40B4-BE49-F238E27FC236}">
                    <a16:creationId xmlns:a16="http://schemas.microsoft.com/office/drawing/2014/main" id="{CF17F8B3-D00A-45A6-957A-50095952A803}"/>
                  </a:ext>
                </a:extLst>
              </p14:cNvPr>
              <p14:cNvContentPartPr/>
              <p14:nvPr/>
            </p14:nvContentPartPr>
            <p14:xfrm>
              <a:off x="8401005" y="3857250"/>
              <a:ext cx="360" cy="360"/>
            </p14:xfrm>
          </p:contentPart>
        </mc:Choice>
        <mc:Fallback>
          <p:pic>
            <p:nvPicPr>
              <p:cNvPr id="7" name="Рукописні дані 6">
                <a:extLst>
                  <a:ext uri="{FF2B5EF4-FFF2-40B4-BE49-F238E27FC236}">
                    <a16:creationId xmlns:a16="http://schemas.microsoft.com/office/drawing/2014/main" id="{CF17F8B3-D00A-45A6-957A-50095952A803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8392365" y="3848610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Приклад 1</a:t>
            </a:r>
            <a:endParaRPr lang="uk-U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11C734-52C3-4C23-A1F2-563AF6BD4FC9}"/>
              </a:ext>
            </a:extLst>
          </p:cNvPr>
          <p:cNvSpPr txBox="1"/>
          <p:nvPr/>
        </p:nvSpPr>
        <p:spPr>
          <a:xfrm>
            <a:off x="457200" y="1228209"/>
            <a:ext cx="114204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 err="1"/>
              <a:t>Виведіть</a:t>
            </a:r>
            <a:r>
              <a:rPr lang="ru-RU" sz="3200" dirty="0"/>
              <a:t> </a:t>
            </a:r>
            <a:r>
              <a:rPr lang="ru-RU" sz="3200" dirty="0" err="1"/>
              <a:t>всі</a:t>
            </a:r>
            <a:r>
              <a:rPr lang="ru-RU" sz="3200" dirty="0"/>
              <a:t> </a:t>
            </a:r>
            <a:r>
              <a:rPr lang="ru-RU" sz="3200" dirty="0" err="1"/>
              <a:t>елементи</a:t>
            </a:r>
            <a:r>
              <a:rPr lang="ru-RU" sz="3200" dirty="0"/>
              <a:t> </a:t>
            </a:r>
            <a:r>
              <a:rPr lang="ru-RU" sz="3200" dirty="0" err="1"/>
              <a:t>масиву</a:t>
            </a:r>
            <a:r>
              <a:rPr lang="ru-RU" sz="3200" dirty="0"/>
              <a:t> у </a:t>
            </a:r>
            <a:r>
              <a:rPr lang="ru-RU" sz="3200" dirty="0" err="1"/>
              <a:t>зворотному</a:t>
            </a:r>
            <a:r>
              <a:rPr lang="ru-RU" sz="3200" dirty="0"/>
              <a:t> порядку.</a:t>
            </a:r>
            <a:endParaRPr lang="uk-UA" sz="3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DF4F4C-2FCE-4639-A216-5D5A4931E101}"/>
              </a:ext>
            </a:extLst>
          </p:cNvPr>
          <p:cNvSpPr txBox="1"/>
          <p:nvPr/>
        </p:nvSpPr>
        <p:spPr>
          <a:xfrm>
            <a:off x="457200" y="2151727"/>
            <a:ext cx="9344025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[] </a:t>
            </a:r>
            <a:r>
              <a:rPr lang="uk-UA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= { 5, 10, 15 };</a:t>
            </a:r>
          </a:p>
          <a:p>
            <a:r>
              <a:rPr lang="uk-UA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uk-UA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i = </a:t>
            </a:r>
            <a:r>
              <a:rPr lang="uk-UA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arr.Length</a:t>
            </a:r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- 1; i &gt;= 0; i--)</a:t>
            </a:r>
          </a:p>
          <a:p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uk-UA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uk-UA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[i]);</a:t>
            </a:r>
          </a:p>
          <a:p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677769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FDDC4D8-B307-439C-AC1F-AD35FFB0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6601" cy="1325563"/>
          </a:xfrm>
        </p:spPr>
        <p:txBody>
          <a:bodyPr>
            <a:normAutofit/>
          </a:bodyPr>
          <a:lstStyle/>
          <a:p>
            <a:pPr algn="l"/>
            <a:r>
              <a:rPr lang="uk-UA" b="1" i="0" dirty="0">
                <a:solidFill>
                  <a:srgbClr val="000000"/>
                </a:solidFill>
                <a:effectLst/>
                <a:latin typeface="-apple-system"/>
              </a:rPr>
              <a:t>Приклад 2</a:t>
            </a:r>
            <a:endParaRPr lang="uk-U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63F874-60E4-4E2D-BE79-C42734DDE085}"/>
              </a:ext>
            </a:extLst>
          </p:cNvPr>
          <p:cNvSpPr txBox="1"/>
          <p:nvPr/>
        </p:nvSpPr>
        <p:spPr>
          <a:xfrm>
            <a:off x="457199" y="1396484"/>
            <a:ext cx="102393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 err="1"/>
              <a:t>Знайди</a:t>
            </a:r>
            <a:r>
              <a:rPr lang="ru-RU" sz="3200" dirty="0"/>
              <a:t> </a:t>
            </a:r>
            <a:r>
              <a:rPr lang="ru-RU" sz="3200" dirty="0" err="1"/>
              <a:t>найбільше</a:t>
            </a:r>
            <a:r>
              <a:rPr lang="ru-RU" sz="3200" dirty="0"/>
              <a:t> число в </a:t>
            </a:r>
            <a:r>
              <a:rPr lang="ru-RU" sz="3200" dirty="0" err="1"/>
              <a:t>масиві</a:t>
            </a:r>
            <a:r>
              <a:rPr lang="ru-RU" sz="3200" dirty="0"/>
              <a:t>.</a:t>
            </a:r>
            <a:endParaRPr lang="uk-UA" sz="3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BD6A92-6E82-4471-844F-76BD7598A8E6}"/>
              </a:ext>
            </a:extLst>
          </p:cNvPr>
          <p:cNvSpPr txBox="1"/>
          <p:nvPr/>
        </p:nvSpPr>
        <p:spPr>
          <a:xfrm>
            <a:off x="457199" y="1880116"/>
            <a:ext cx="1195387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[] </a:t>
            </a:r>
            <a:r>
              <a:rPr lang="uk-UA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= { 12, 5, 30, 7 };</a:t>
            </a:r>
          </a:p>
          <a:p>
            <a:r>
              <a:rPr lang="uk-UA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uk-UA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uk-UA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[0];</a:t>
            </a:r>
          </a:p>
          <a:p>
            <a:endParaRPr lang="uk-UA" sz="3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uk-UA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foreach</a:t>
            </a:r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uk-UA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uk-UA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uk-UA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uk-UA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uk-UA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uk-UA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&gt; </a:t>
            </a:r>
            <a:r>
              <a:rPr lang="uk-UA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uk-UA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uk-UA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uk-UA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Console.WriteLine</a:t>
            </a:r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($"Максимум: {</a:t>
            </a:r>
            <a:r>
              <a:rPr lang="uk-UA" sz="3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uk-UA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}");</a:t>
            </a:r>
          </a:p>
        </p:txBody>
      </p:sp>
    </p:spTree>
    <p:extLst>
      <p:ext uri="{BB962C8B-B14F-4D97-AF65-F5344CB8AC3E}">
        <p14:creationId xmlns:p14="http://schemas.microsoft.com/office/powerpoint/2010/main" val="152389496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7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9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8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323"/>
</p:tagLst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12573</TotalTime>
  <Words>1692</Words>
  <Application>Microsoft Office PowerPoint</Application>
  <PresentationFormat>Широкий екран</PresentationFormat>
  <Paragraphs>172</Paragraphs>
  <Slides>15</Slides>
  <Notes>14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15</vt:i4>
      </vt:variant>
    </vt:vector>
  </HeadingPairs>
  <TitlesOfParts>
    <vt:vector size="26" baseType="lpstr">
      <vt:lpstr>-apple-system</vt:lpstr>
      <vt:lpstr>Aptos</vt:lpstr>
      <vt:lpstr>Arial</vt:lpstr>
      <vt:lpstr>Calibri</vt:lpstr>
      <vt:lpstr>Calibri Light</vt:lpstr>
      <vt:lpstr>Cascadia Code</vt:lpstr>
      <vt:lpstr>Comfortaa</vt:lpstr>
      <vt:lpstr>Courier New</vt:lpstr>
      <vt:lpstr>Roboto Mono</vt:lpstr>
      <vt:lpstr>Times New Roman</vt:lpstr>
      <vt:lpstr>Тема Office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Приклад 1</vt:lpstr>
      <vt:lpstr>Приклад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Шейко Ростислав Олександрович</dc:creator>
  <cp:lastModifiedBy>Шейко Ростислав Олександрович</cp:lastModifiedBy>
  <cp:revision>106</cp:revision>
  <dcterms:created xsi:type="dcterms:W3CDTF">2024-06-01T09:56:10Z</dcterms:created>
  <dcterms:modified xsi:type="dcterms:W3CDTF">2025-10-29T20:28:55Z</dcterms:modified>
</cp:coreProperties>
</file>