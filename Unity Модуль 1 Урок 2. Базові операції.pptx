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61" r:id="rId3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31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81528B-9B6F-4248-9BF4-341C8496BA36}" type="datetimeFigureOut">
              <a:rPr lang="uk-UA" smtClean="0"/>
              <a:t>17.07.2025</a:t>
            </a:fld>
            <a:endParaRPr lang="uk-UA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40F577-1FC1-4001-B2C2-9EAF79F39BE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58069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40F577-1FC1-4001-B2C2-9EAF79F39BE2}" type="slidenum">
              <a:rPr lang="uk-UA" smtClean="0"/>
              <a:t>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62191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31F6D5-EE77-F05F-8B36-EE698B21D8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A3D416F-B419-0893-CF2A-60046F97AA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C3563C5-2ABA-6BE0-F79B-E9DB4BDEE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17.07.2025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A4729E-F6C7-6BDF-624A-6D985B5B2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D99CCF-CF8A-37C1-30D7-3A4F12E72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1530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5A7231-C686-D8CF-FA17-0D8627ABD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66263C-782F-0D49-1AA1-2BD5EF1B6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3FAE1C-22C9-0EC4-2ED7-9EEA6D420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17.07.2025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4513AF-D9EC-2C9B-46F0-FBC11B991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356EC0D-BDCD-2993-E5B6-0E8FE2449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84143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D93858-E4D8-D43B-ACB3-0C9AC6B4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32040E3-EA86-307F-07E0-BC7B3D6F1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BFAE8B8-12AD-19AA-1620-86D64CDAC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17.07.2025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D6F026-C83D-F5A0-ED0E-2732983D4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54D0E8-1B97-2B88-CD05-460E8D351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70361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CBF168-E018-8BDB-B8FF-CC85551D8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47B9E1-A4ED-1B6A-D2BD-2348057503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1711F3B-E99A-650B-790B-EB9151C87C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64DA05C-7C21-661B-A41E-A547C6359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17.07.2025</a:t>
            </a:fld>
            <a:endParaRPr lang="uk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832F842-7036-1B37-4C83-51CF5CEBD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B764A6A-7702-7ADF-5C4F-9C5F07082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33049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5BEFC3-A00E-807A-05C0-DF79AA11D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F433749-A6A0-DF88-073F-1B884AAF6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CB0E37A-0FCA-2171-00F0-57CBBAF9CB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1F75DC5-C2F0-8632-D5C2-78870B4131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550BBA9-0F72-E537-3AA6-E7220DF4F4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31BD10E-2051-5B25-60B5-3B3C1F256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17.07.2025</a:t>
            </a:fld>
            <a:endParaRPr lang="uk-UA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C1E8CCA-C8B9-B59E-93D2-886D22ACB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068BBCF-B605-D7C3-4AAB-2C25A24E7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17059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09D7A6-AA5A-4E60-C4B7-DBCAEB9CA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954A816-DE8A-F94F-C031-AF59E488A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17.07.2025</a:t>
            </a:fld>
            <a:endParaRPr lang="uk-UA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08AEBC4-A90F-6450-4083-5BE5A5035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955FBB7-22A4-3058-7C37-CEE2D4841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78562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E350C2A-8EFE-9689-19C1-BF14E82E9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17.07.2025</a:t>
            </a:fld>
            <a:endParaRPr lang="uk-UA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7E8B880-58A1-F037-1F63-5083FFA5C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72F4755-3B72-F832-ABB2-A0AEFEFCE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5896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DA3BB8-B52E-7EBB-C0BE-35834C4E5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3E0E39-1E9D-35C3-4F60-A75C61D826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AD482B5-6263-8E79-4B0C-E15B27B9A3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8289D75-50AD-DA3E-808C-305E48204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17.07.2025</a:t>
            </a:fld>
            <a:endParaRPr lang="uk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1EA4FEA-94A7-4925-FE8D-43CA865E7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B861DBB-094D-CF71-2FF9-19A30C11C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58092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27B8C0-2FB7-6B3A-8E33-A5354D6CD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BABF2AA-3490-C8C9-E0EC-E11BE8F7C1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B17CE27-4946-90C2-B284-DCBA830BCB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A6B0D4C-582D-74B3-9532-199CDED2B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17.07.2025</a:t>
            </a:fld>
            <a:endParaRPr lang="uk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EFBF8CF-6DE6-47BA-C3FB-BF90B375B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D9C40B4-5CEF-7836-05EF-3B723EB2F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85147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3A3CA9-4FCE-04E1-42BD-5B8A476C3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8239AA0-5AD0-1B0E-FA81-48CE982A82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EA6C21-4BC9-7300-3FB7-F3398A823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17.07.2025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E7A3A4-7067-8108-E4DF-8C6E4CD8E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C10FF2-CD08-629F-DDE1-7A138E0AE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76875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5CB9DE7-6C28-F2AB-69D7-564D017BBF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CC1730D-0865-98A5-9C17-905D8F0BB8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87782F-B42D-DC1E-E695-5BB95E779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17.07.2025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8BE4FF-3308-A3BB-13AB-CB0656A1D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42E754-E68F-D875-966D-BDE24CA16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47476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F21754-49F4-99BC-3186-F93ABDD1E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649F773-8CE3-A1B9-D56C-9ADA522E7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9E54FD-E9A9-BB88-3366-5240E179C1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E3972C-1D59-4812-9879-0ADA85AB86FA}" type="datetimeFigureOut">
              <a:rPr lang="uk-UA" smtClean="0"/>
              <a:t>17.07.2025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3AFDBA-1AD2-2DC3-7099-9ED422E2CC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0368F6C-F98C-ABE5-567C-0C5A0D209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428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image" Target="../media/image2.svg"/><Relationship Id="rId4" Type="http://schemas.openxmlformats.org/officeDocument/2006/relationships/tags" Target="../tags/tag4.xml"/><Relationship Id="rId9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Shape4326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6858000"/>
            <a:chOff x="-635000" y="-635000"/>
            <a:chExt cx="12192000" cy="6858000"/>
          </a:xfrm>
          <a:noFill/>
        </p:grpSpPr>
        <p:sp>
          <p:nvSpPr>
            <p:cNvPr id="10" name="Shape4323">
              <a:extLst>
                <a:ext uri="{FF2B5EF4-FFF2-40B4-BE49-F238E27FC236}">
                  <a16:creationId xmlns:a16="http://schemas.microsoft.com/office/drawing/2014/main" id="{141CCFB4-2F64-06B8-AF1D-C9E48150CDA3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-635000" y="-635000"/>
              <a:ext cx="1219200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>
              <a:noAutofit/>
            </a:bodyPr>
            <a:lstStyle/>
            <a:p>
              <a:pPr algn="ctr"/>
              <a:endParaRPr lang="ru-RU" sz="1100">
                <a:solidFill>
                  <a:srgbClr val="000000"/>
                </a:solidFill>
                <a:latin typeface="Comfortaa"/>
                <a:cs typeface="Comfortaa"/>
              </a:endParaRPr>
            </a:p>
          </p:txBody>
        </p:sp>
      </p:grpSp>
      <p:grpSp>
        <p:nvGrpSpPr>
          <p:cNvPr id="3" name="Shape4327"/>
          <p:cNvGrpSpPr/>
          <p:nvPr>
            <p:custDataLst>
              <p:tags r:id="rId2"/>
            </p:custDataLst>
          </p:nvPr>
        </p:nvGrpSpPr>
        <p:grpSpPr>
          <a:xfrm>
            <a:off x="5197365" y="984555"/>
            <a:ext cx="1797269" cy="1797269"/>
            <a:chOff x="4562366" y="349555"/>
            <a:chExt cx="1797269" cy="1797269"/>
          </a:xfrm>
        </p:grpSpPr>
        <p:pic>
          <p:nvPicPr>
            <p:cNvPr id="5" name="Shape4328"/>
            <p:cNvPicPr/>
            <p:nvPr>
              <p:custDataLst>
                <p:tags r:id="rId6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562366" y="349555"/>
              <a:ext cx="1797269" cy="1797269"/>
            </a:xfrm>
            <a:prstGeom prst="rect">
              <a:avLst/>
            </a:prstGeom>
          </p:spPr>
        </p:pic>
      </p:grpSp>
      <p:grpSp>
        <p:nvGrpSpPr>
          <p:cNvPr id="7" name="Shape4329"/>
          <p:cNvGrpSpPr/>
          <p:nvPr>
            <p:custDataLst>
              <p:tags r:id="rId3"/>
            </p:custDataLst>
          </p:nvPr>
        </p:nvGrpSpPr>
        <p:grpSpPr>
          <a:xfrm>
            <a:off x="5557345" y="3238244"/>
            <a:ext cx="1077311" cy="55245"/>
            <a:chOff x="4925483" y="2578947"/>
            <a:chExt cx="1077311" cy="55245"/>
          </a:xfrm>
        </p:grpSpPr>
        <p:sp>
          <p:nvSpPr>
            <p:cNvPr id="8" name="Shape4325">
              <a:extLst>
                <a:ext uri="{FF2B5EF4-FFF2-40B4-BE49-F238E27FC236}">
                  <a16:creationId xmlns:a16="http://schemas.microsoft.com/office/drawing/2014/main" id="{21F15AB7-005A-EB90-56E9-C5761A58FD31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 flipV="1">
              <a:off x="4925483" y="2578947"/>
              <a:ext cx="1077311" cy="55245"/>
            </a:xfrm>
            <a:prstGeom prst="rect">
              <a:avLst/>
            </a:prstGeom>
            <a:solidFill>
              <a:schemeClr val="bg2"/>
            </a:solidFill>
            <a:ln w="28575">
              <a:noFill/>
              <a:prstDash val="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412717"/>
              <a:endParaRPr lang="en-US" sz="800">
                <a:solidFill>
                  <a:schemeClr val="tx1"/>
                </a:solidFill>
                <a:latin typeface="Comfortaa"/>
                <a:ea typeface="Comfortaa"/>
                <a:cs typeface="Comfortaa"/>
              </a:endParaRPr>
            </a:p>
          </p:txBody>
        </p:sp>
      </p:grpSp>
      <p:sp>
        <p:nvSpPr>
          <p:cNvPr id="6" name="Shape4324">
            <a:extLst>
              <a:ext uri="{FF2B5EF4-FFF2-40B4-BE49-F238E27FC236}">
                <a16:creationId xmlns:a16="http://schemas.microsoft.com/office/drawing/2014/main" id="{9CB60D78-BFA7-FBF3-D935-4D20CC03291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381044" y="3568704"/>
            <a:ext cx="7429919" cy="19297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spAutoFit/>
          </a:bodyPr>
          <a:lstStyle/>
          <a:p>
            <a:pPr algn="ctr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66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Тема</a:t>
            </a:r>
            <a:r>
              <a:rPr lang="en-US" sz="66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66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уроку</a:t>
            </a:r>
            <a:r>
              <a:rPr lang="en-US" sz="66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:
</a:t>
            </a:r>
            <a:r>
              <a:rPr lang="uk-UA" sz="66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Базові операції</a:t>
            </a:r>
            <a:endParaRPr lang="en-US" sz="66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Створення проекту</a:t>
            </a:r>
            <a:r>
              <a:rPr lang="en-US" b="1" dirty="0">
                <a:solidFill>
                  <a:srgbClr val="000000"/>
                </a:solidFill>
                <a:latin typeface="-apple-system"/>
              </a:rPr>
              <a:t> </a:t>
            </a:r>
            <a:r>
              <a:rPr lang="uk-UA" b="1" dirty="0">
                <a:solidFill>
                  <a:srgbClr val="000000"/>
                </a:solidFill>
                <a:latin typeface="-apple-system"/>
              </a:rPr>
              <a:t>у </a:t>
            </a:r>
            <a:r>
              <a:rPr lang="en-US" b="1" dirty="0">
                <a:solidFill>
                  <a:srgbClr val="000000"/>
                </a:solidFill>
                <a:latin typeface="-apple-system"/>
              </a:rPr>
              <a:t>Visual Studio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2676016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3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10091</TotalTime>
  <Words>12</Words>
  <Application>Microsoft Office PowerPoint</Application>
  <PresentationFormat>Широкий екран</PresentationFormat>
  <Paragraphs>3</Paragraphs>
  <Slides>2</Slides>
  <Notes>1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2</vt:i4>
      </vt:variant>
    </vt:vector>
  </HeadingPairs>
  <TitlesOfParts>
    <vt:vector size="10" baseType="lpstr">
      <vt:lpstr>-apple-system</vt:lpstr>
      <vt:lpstr>Aptos</vt:lpstr>
      <vt:lpstr>Arial</vt:lpstr>
      <vt:lpstr>Calibri</vt:lpstr>
      <vt:lpstr>Calibri Light</vt:lpstr>
      <vt:lpstr>Cascadia Code</vt:lpstr>
      <vt:lpstr>Comfortaa</vt:lpstr>
      <vt:lpstr>Тема Office</vt:lpstr>
      <vt:lpstr>Презентація PowerPoint</vt:lpstr>
      <vt:lpstr>Створення проекту у Visual Studio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Шейко Ростислав Олександрович</dc:creator>
  <cp:lastModifiedBy>Шейко Ростислав Олександрович</cp:lastModifiedBy>
  <cp:revision>75</cp:revision>
  <dcterms:created xsi:type="dcterms:W3CDTF">2024-06-01T09:56:10Z</dcterms:created>
  <dcterms:modified xsi:type="dcterms:W3CDTF">2025-07-17T19:25:46Z</dcterms:modified>
</cp:coreProperties>
</file>