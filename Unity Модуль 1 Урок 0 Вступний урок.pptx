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2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302" r:id="rId2"/>
    <p:sldId id="259" r:id="rId3"/>
    <p:sldId id="256" r:id="rId4"/>
    <p:sldId id="304" r:id="rId5"/>
    <p:sldId id="306" r:id="rId6"/>
    <p:sldId id="309" r:id="rId7"/>
    <p:sldId id="305" r:id="rId8"/>
    <p:sldId id="307" r:id="rId9"/>
    <p:sldId id="308" r:id="rId10"/>
    <p:sldId id="310" r:id="rId11"/>
    <p:sldId id="313" r:id="rId12"/>
    <p:sldId id="317" r:id="rId13"/>
    <p:sldId id="263" r:id="rId14"/>
    <p:sldId id="31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914"/>
    <a:srgbClr val="FBEEC9"/>
    <a:srgbClr val="A1173E"/>
    <a:srgbClr val="3333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5226" autoAdjust="0"/>
  </p:normalViewPr>
  <p:slideViewPr>
    <p:cSldViewPr snapToGrid="0">
      <p:cViewPr varScale="1">
        <p:scale>
          <a:sx n="80" d="100"/>
          <a:sy n="80" d="100"/>
        </p:scale>
        <p:origin x="533" y="-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AA943-EE59-4E61-A15B-D427310811FB}" type="datetimeFigureOut">
              <a:rPr lang="uk-UA" smtClean="0"/>
              <a:t>29.06.2025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28A6F-87A9-49E4-9C3A-E21F06D192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51912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SLIDES_API40768524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SLIDES_API40768524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SLIDES_API40768524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428A6F-87A9-49E4-9C3A-E21F06D19203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87114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113F138-7681-4725-9E20-940499728D31}" type="datetimeFigureOut">
              <a:rPr lang="uk-UA" smtClean="0"/>
              <a:t>29.06.2025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C89199C-EF55-4D2A-A539-87F7C27321D1}" type="slidenum">
              <a:rPr lang="uk-UA" smtClean="0"/>
              <a:t>‹№›</a:t>
            </a:fld>
            <a:endParaRPr lang="uk-UA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208276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3F138-7681-4725-9E20-940499728D31}" type="datetimeFigureOut">
              <a:rPr lang="uk-UA" smtClean="0"/>
              <a:t>29.06.2025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199C-EF55-4D2A-A539-87F7C27321D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0851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13F138-7681-4725-9E20-940499728D31}" type="datetimeFigureOut">
              <a:rPr lang="uk-UA" smtClean="0"/>
              <a:t>29.06.2025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89199C-EF55-4D2A-A539-87F7C27321D1}" type="slidenum">
              <a:rPr lang="uk-UA" smtClean="0"/>
              <a:t>‹№›</a:t>
            </a:fld>
            <a:endParaRPr lang="uk-UA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461619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3F138-7681-4725-9E20-940499728D31}" type="datetimeFigureOut">
              <a:rPr lang="uk-UA" smtClean="0"/>
              <a:t>29.06.2025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199C-EF55-4D2A-A539-87F7C27321D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4213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3F138-7681-4725-9E20-940499728D31}" type="datetimeFigureOut">
              <a:rPr lang="uk-UA" smtClean="0"/>
              <a:t>29.06.2025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199C-EF55-4D2A-A539-87F7C27321D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73588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3F138-7681-4725-9E20-940499728D31}" type="datetimeFigureOut">
              <a:rPr lang="uk-UA" smtClean="0"/>
              <a:t>29.06.2025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199C-EF55-4D2A-A539-87F7C27321D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67155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3F138-7681-4725-9E20-940499728D31}" type="datetimeFigureOut">
              <a:rPr lang="uk-UA" smtClean="0"/>
              <a:t>29.06.2025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199C-EF55-4D2A-A539-87F7C27321D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65643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13F138-7681-4725-9E20-940499728D31}" type="datetimeFigureOut">
              <a:rPr lang="uk-UA" smtClean="0"/>
              <a:t>29.06.2025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89199C-EF55-4D2A-A539-87F7C27321D1}" type="slidenum">
              <a:rPr lang="uk-UA" smtClean="0"/>
              <a:t>‹№›</a:t>
            </a:fld>
            <a:endParaRPr lang="uk-UA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1177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13F138-7681-4725-9E20-940499728D31}" type="datetimeFigureOut">
              <a:rPr lang="uk-UA" smtClean="0"/>
              <a:t>29.06.2025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89199C-EF55-4D2A-A539-87F7C27321D1}" type="slidenum">
              <a:rPr lang="uk-UA" smtClean="0"/>
              <a:t>‹№›</a:t>
            </a:fld>
            <a:endParaRPr lang="uk-UA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9419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3F138-7681-4725-9E20-940499728D31}" type="datetimeFigureOut">
              <a:rPr lang="uk-UA" smtClean="0"/>
              <a:t>29.06.2025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199C-EF55-4D2A-A539-87F7C27321D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71371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3F138-7681-4725-9E20-940499728D31}" type="datetimeFigureOut">
              <a:rPr lang="uk-UA" smtClean="0"/>
              <a:t>29.06.2025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199C-EF55-4D2A-A539-87F7C27321D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3149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slide - v1">
  <p:cSld name="Single user slide - v1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/>
          <p:nvPr/>
        </p:nvSpPr>
        <p:spPr>
          <a:xfrm>
            <a:off x="9194800" y="-38100"/>
            <a:ext cx="2997300" cy="689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</p:txBody>
      </p:sp>
      <p:sp>
        <p:nvSpPr>
          <p:cNvPr id="294" name="Google Shape;294;p35"/>
          <p:cNvSpPr/>
          <p:nvPr/>
        </p:nvSpPr>
        <p:spPr>
          <a:xfrm>
            <a:off x="2202800" y="2413000"/>
            <a:ext cx="8140800" cy="2946300"/>
          </a:xfrm>
          <a:prstGeom prst="round1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342900" dist="952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5"/>
          <p:cNvSpPr txBox="1">
            <a:spLocks noGrp="1"/>
          </p:cNvSpPr>
          <p:nvPr>
            <p:ph type="title"/>
          </p:nvPr>
        </p:nvSpPr>
        <p:spPr>
          <a:xfrm>
            <a:off x="755000" y="593367"/>
            <a:ext cx="10682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6" name="Google Shape;296;p35"/>
          <p:cNvSpPr>
            <a:spLocks noGrp="1"/>
          </p:cNvSpPr>
          <p:nvPr>
            <p:ph type="pic" idx="2"/>
          </p:nvPr>
        </p:nvSpPr>
        <p:spPr>
          <a:xfrm>
            <a:off x="755000" y="2374900"/>
            <a:ext cx="2984400" cy="2984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35"/>
          <p:cNvSpPr txBox="1">
            <a:spLocks noGrp="1"/>
          </p:cNvSpPr>
          <p:nvPr>
            <p:ph type="body" idx="1"/>
          </p:nvPr>
        </p:nvSpPr>
        <p:spPr>
          <a:xfrm>
            <a:off x="4268867" y="3134397"/>
            <a:ext cx="5143200" cy="428100"/>
          </a:xfrm>
          <a:prstGeom prst="rect">
            <a:avLst/>
          </a:prstGeom>
        </p:spPr>
        <p:txBody>
          <a:bodyPr spcFirstLastPara="1" wrap="square" lIns="0" tIns="121900" rIns="121900" bIns="121900" anchor="ctr" anchorCtr="0">
            <a:norm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subTitle" idx="3"/>
          </p:nvPr>
        </p:nvSpPr>
        <p:spPr>
          <a:xfrm>
            <a:off x="4268867" y="2706403"/>
            <a:ext cx="5143200" cy="428100"/>
          </a:xfrm>
          <a:prstGeom prst="rect">
            <a:avLst/>
          </a:prstGeom>
        </p:spPr>
        <p:txBody>
          <a:bodyPr spcFirstLastPara="1" wrap="square" lIns="0" tIns="120000" rIns="121900" bIns="121900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Space Grotesk SemiBold"/>
              <a:buNone/>
              <a:defRPr sz="1900">
                <a:solidFill>
                  <a:schemeClr val="accent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body" idx="4"/>
          </p:nvPr>
        </p:nvSpPr>
        <p:spPr>
          <a:xfrm>
            <a:off x="4268867" y="3562400"/>
            <a:ext cx="5143200" cy="1701300"/>
          </a:xfrm>
          <a:prstGeom prst="rect">
            <a:avLst/>
          </a:prstGeom>
        </p:spPr>
        <p:txBody>
          <a:bodyPr spcFirstLastPara="1" wrap="square" lIns="0" tIns="121900" rIns="121900" bIns="121900" anchor="ctr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2895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5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113F138-7681-4725-9E20-940499728D31}" type="datetimeFigureOut">
              <a:rPr lang="uk-UA" smtClean="0"/>
              <a:t>29.06.2025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C89199C-EF55-4D2A-A539-87F7C27321D1}" type="slidenum">
              <a:rPr lang="uk-UA" smtClean="0"/>
              <a:t>‹№›</a:t>
            </a:fld>
            <a:endParaRPr lang="uk-UA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36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7.jpe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6.jpeg"/><Relationship Id="rId5" Type="http://schemas.openxmlformats.org/officeDocument/2006/relationships/tags" Target="../tags/tag19.xml"/><Relationship Id="rId10" Type="http://schemas.openxmlformats.org/officeDocument/2006/relationships/image" Target="../media/image5.png"/><Relationship Id="rId4" Type="http://schemas.openxmlformats.org/officeDocument/2006/relationships/tags" Target="../tags/tag18.xml"/><Relationship Id="rId9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3" Type="http://schemas.openxmlformats.org/officeDocument/2006/relationships/tags" Target="../tags/tag25.xml"/><Relationship Id="rId21" Type="http://schemas.openxmlformats.org/officeDocument/2006/relationships/image" Target="../media/image9.svg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image" Target="../media/image8.pn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10" Type="http://schemas.openxmlformats.org/officeDocument/2006/relationships/tags" Target="../tags/tag32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53.xml"/><Relationship Id="rId18" Type="http://schemas.openxmlformats.org/officeDocument/2006/relationships/tags" Target="../tags/tag58.xml"/><Relationship Id="rId26" Type="http://schemas.openxmlformats.org/officeDocument/2006/relationships/tags" Target="../tags/tag66.xml"/><Relationship Id="rId3" Type="http://schemas.openxmlformats.org/officeDocument/2006/relationships/tags" Target="../tags/tag43.xml"/><Relationship Id="rId21" Type="http://schemas.openxmlformats.org/officeDocument/2006/relationships/tags" Target="../tags/tag61.xml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17" Type="http://schemas.openxmlformats.org/officeDocument/2006/relationships/tags" Target="../tags/tag57.xml"/><Relationship Id="rId25" Type="http://schemas.openxmlformats.org/officeDocument/2006/relationships/tags" Target="../tags/tag65.xml"/><Relationship Id="rId2" Type="http://schemas.openxmlformats.org/officeDocument/2006/relationships/tags" Target="../tags/tag42.xml"/><Relationship Id="rId16" Type="http://schemas.openxmlformats.org/officeDocument/2006/relationships/tags" Target="../tags/tag56.xml"/><Relationship Id="rId20" Type="http://schemas.openxmlformats.org/officeDocument/2006/relationships/tags" Target="../tags/tag60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24" Type="http://schemas.openxmlformats.org/officeDocument/2006/relationships/tags" Target="../tags/tag64.xml"/><Relationship Id="rId5" Type="http://schemas.openxmlformats.org/officeDocument/2006/relationships/tags" Target="../tags/tag45.xml"/><Relationship Id="rId15" Type="http://schemas.openxmlformats.org/officeDocument/2006/relationships/tags" Target="../tags/tag55.xml"/><Relationship Id="rId23" Type="http://schemas.openxmlformats.org/officeDocument/2006/relationships/tags" Target="../tags/tag63.xml"/><Relationship Id="rId10" Type="http://schemas.openxmlformats.org/officeDocument/2006/relationships/tags" Target="../tags/tag50.xml"/><Relationship Id="rId19" Type="http://schemas.openxmlformats.org/officeDocument/2006/relationships/tags" Target="../tags/tag59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tags" Target="../tags/tag54.xml"/><Relationship Id="rId22" Type="http://schemas.openxmlformats.org/officeDocument/2006/relationships/tags" Target="../tags/tag62.xml"/><Relationship Id="rId27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notesSlide" Target="../notesSlides/notesSlide2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92.xml"/><Relationship Id="rId18" Type="http://schemas.openxmlformats.org/officeDocument/2006/relationships/tags" Target="../tags/tag97.xml"/><Relationship Id="rId26" Type="http://schemas.openxmlformats.org/officeDocument/2006/relationships/slideLayout" Target="../slideLayouts/slideLayout7.xml"/><Relationship Id="rId21" Type="http://schemas.openxmlformats.org/officeDocument/2006/relationships/tags" Target="../tags/tag100.xml"/><Relationship Id="rId34" Type="http://schemas.openxmlformats.org/officeDocument/2006/relationships/image" Target="../media/image18.svg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tags" Target="../tags/tag96.xml"/><Relationship Id="rId25" Type="http://schemas.openxmlformats.org/officeDocument/2006/relationships/tags" Target="../tags/tag104.xml"/><Relationship Id="rId33" Type="http://schemas.openxmlformats.org/officeDocument/2006/relationships/image" Target="../media/image17.png"/><Relationship Id="rId2" Type="http://schemas.openxmlformats.org/officeDocument/2006/relationships/tags" Target="../tags/tag81.xml"/><Relationship Id="rId16" Type="http://schemas.openxmlformats.org/officeDocument/2006/relationships/tags" Target="../tags/tag95.xml"/><Relationship Id="rId20" Type="http://schemas.openxmlformats.org/officeDocument/2006/relationships/tags" Target="../tags/tag99.xml"/><Relationship Id="rId29" Type="http://schemas.openxmlformats.org/officeDocument/2006/relationships/image" Target="../media/image13.png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24" Type="http://schemas.openxmlformats.org/officeDocument/2006/relationships/tags" Target="../tags/tag103.xml"/><Relationship Id="rId32" Type="http://schemas.openxmlformats.org/officeDocument/2006/relationships/image" Target="../media/image16.svg"/><Relationship Id="rId37" Type="http://schemas.openxmlformats.org/officeDocument/2006/relationships/image" Target="../media/image21.png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23" Type="http://schemas.openxmlformats.org/officeDocument/2006/relationships/tags" Target="../tags/tag102.xml"/><Relationship Id="rId28" Type="http://schemas.openxmlformats.org/officeDocument/2006/relationships/image" Target="../media/image12.svg"/><Relationship Id="rId36" Type="http://schemas.openxmlformats.org/officeDocument/2006/relationships/image" Target="../media/image20.svg"/><Relationship Id="rId10" Type="http://schemas.openxmlformats.org/officeDocument/2006/relationships/tags" Target="../tags/tag89.xml"/><Relationship Id="rId19" Type="http://schemas.openxmlformats.org/officeDocument/2006/relationships/tags" Target="../tags/tag98.xml"/><Relationship Id="rId31" Type="http://schemas.openxmlformats.org/officeDocument/2006/relationships/image" Target="../media/image15.png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Relationship Id="rId22" Type="http://schemas.openxmlformats.org/officeDocument/2006/relationships/tags" Target="../tags/tag101.xml"/><Relationship Id="rId27" Type="http://schemas.openxmlformats.org/officeDocument/2006/relationships/image" Target="../media/image11.png"/><Relationship Id="rId30" Type="http://schemas.openxmlformats.org/officeDocument/2006/relationships/image" Target="../media/image14.svg"/><Relationship Id="rId35" Type="http://schemas.openxmlformats.org/officeDocument/2006/relationships/image" Target="../media/image19.png"/><Relationship Id="rId8" Type="http://schemas.openxmlformats.org/officeDocument/2006/relationships/tags" Target="../tags/tag87.xml"/><Relationship Id="rId3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tags" Target="../tags/tag117.xml"/><Relationship Id="rId18" Type="http://schemas.openxmlformats.org/officeDocument/2006/relationships/image" Target="../media/image24.png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image" Target="../media/image23.svg"/><Relationship Id="rId2" Type="http://schemas.openxmlformats.org/officeDocument/2006/relationships/tags" Target="../tags/tag106.xml"/><Relationship Id="rId16" Type="http://schemas.openxmlformats.org/officeDocument/2006/relationships/image" Target="../media/image22.png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14.xml"/><Relationship Id="rId19" Type="http://schemas.openxmlformats.org/officeDocument/2006/relationships/image" Target="../media/image25.png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tags" Target="../tags/tag1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22.xml"/><Relationship Id="rId9" Type="http://schemas.openxmlformats.org/officeDocument/2006/relationships/tags" Target="../tags/tag12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13" Type="http://schemas.openxmlformats.org/officeDocument/2006/relationships/tags" Target="../tags/tag14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tags" Target="../tags/tag139.xml"/><Relationship Id="rId17" Type="http://schemas.openxmlformats.org/officeDocument/2006/relationships/tags" Target="../tags/tag144.xml"/><Relationship Id="rId2" Type="http://schemas.openxmlformats.org/officeDocument/2006/relationships/tags" Target="../tags/tag129.xml"/><Relationship Id="rId16" Type="http://schemas.openxmlformats.org/officeDocument/2006/relationships/tags" Target="../tags/tag143.xml"/><Relationship Id="rId20" Type="http://schemas.openxmlformats.org/officeDocument/2006/relationships/image" Target="../media/image28.svg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tags" Target="../tags/tag138.xml"/><Relationship Id="rId5" Type="http://schemas.openxmlformats.org/officeDocument/2006/relationships/tags" Target="../tags/tag132.xml"/><Relationship Id="rId15" Type="http://schemas.openxmlformats.org/officeDocument/2006/relationships/tags" Target="../tags/tag142.xml"/><Relationship Id="rId10" Type="http://schemas.openxmlformats.org/officeDocument/2006/relationships/tags" Target="../tags/tag137.xml"/><Relationship Id="rId19" Type="http://schemas.openxmlformats.org/officeDocument/2006/relationships/image" Target="../media/image27.png"/><Relationship Id="rId4" Type="http://schemas.openxmlformats.org/officeDocument/2006/relationships/tags" Target="../tags/tag131.xml"/><Relationship Id="rId9" Type="http://schemas.openxmlformats.org/officeDocument/2006/relationships/tags" Target="../tags/tag136.xml"/><Relationship Id="rId14" Type="http://schemas.openxmlformats.org/officeDocument/2006/relationships/tags" Target="../tags/tag14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52.xml"/><Relationship Id="rId13" Type="http://schemas.openxmlformats.org/officeDocument/2006/relationships/tags" Target="../tags/tag157.xml"/><Relationship Id="rId18" Type="http://schemas.openxmlformats.org/officeDocument/2006/relationships/tags" Target="../tags/tag162.xml"/><Relationship Id="rId26" Type="http://schemas.openxmlformats.org/officeDocument/2006/relationships/image" Target="../media/image29.png"/><Relationship Id="rId3" Type="http://schemas.openxmlformats.org/officeDocument/2006/relationships/tags" Target="../tags/tag147.xml"/><Relationship Id="rId21" Type="http://schemas.openxmlformats.org/officeDocument/2006/relationships/tags" Target="../tags/tag165.xml"/><Relationship Id="rId7" Type="http://schemas.openxmlformats.org/officeDocument/2006/relationships/tags" Target="../tags/tag151.xml"/><Relationship Id="rId12" Type="http://schemas.openxmlformats.org/officeDocument/2006/relationships/tags" Target="../tags/tag156.xml"/><Relationship Id="rId17" Type="http://schemas.openxmlformats.org/officeDocument/2006/relationships/tags" Target="../tags/tag161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146.xml"/><Relationship Id="rId16" Type="http://schemas.openxmlformats.org/officeDocument/2006/relationships/tags" Target="../tags/tag160.xml"/><Relationship Id="rId20" Type="http://schemas.openxmlformats.org/officeDocument/2006/relationships/tags" Target="../tags/tag164.xml"/><Relationship Id="rId1" Type="http://schemas.openxmlformats.org/officeDocument/2006/relationships/tags" Target="../tags/tag145.xml"/><Relationship Id="rId6" Type="http://schemas.openxmlformats.org/officeDocument/2006/relationships/tags" Target="../tags/tag150.xml"/><Relationship Id="rId11" Type="http://schemas.openxmlformats.org/officeDocument/2006/relationships/tags" Target="../tags/tag155.xml"/><Relationship Id="rId24" Type="http://schemas.openxmlformats.org/officeDocument/2006/relationships/tags" Target="../tags/tag168.xml"/><Relationship Id="rId5" Type="http://schemas.openxmlformats.org/officeDocument/2006/relationships/tags" Target="../tags/tag149.xml"/><Relationship Id="rId15" Type="http://schemas.openxmlformats.org/officeDocument/2006/relationships/tags" Target="../tags/tag159.xml"/><Relationship Id="rId23" Type="http://schemas.openxmlformats.org/officeDocument/2006/relationships/tags" Target="../tags/tag167.xml"/><Relationship Id="rId28" Type="http://schemas.openxmlformats.org/officeDocument/2006/relationships/image" Target="../media/image31.png"/><Relationship Id="rId10" Type="http://schemas.openxmlformats.org/officeDocument/2006/relationships/tags" Target="../tags/tag154.xml"/><Relationship Id="rId19" Type="http://schemas.openxmlformats.org/officeDocument/2006/relationships/tags" Target="../tags/tag163.xml"/><Relationship Id="rId4" Type="http://schemas.openxmlformats.org/officeDocument/2006/relationships/tags" Target="../tags/tag148.xml"/><Relationship Id="rId9" Type="http://schemas.openxmlformats.org/officeDocument/2006/relationships/tags" Target="../tags/tag153.xml"/><Relationship Id="rId14" Type="http://schemas.openxmlformats.org/officeDocument/2006/relationships/tags" Target="../tags/tag158.xml"/><Relationship Id="rId22" Type="http://schemas.openxmlformats.org/officeDocument/2006/relationships/tags" Target="../tags/tag166.xml"/><Relationship Id="rId27" Type="http://schemas.openxmlformats.org/officeDocument/2006/relationships/image" Target="../media/image30.sv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81.xml"/><Relationship Id="rId18" Type="http://schemas.openxmlformats.org/officeDocument/2006/relationships/tags" Target="../tags/tag186.xml"/><Relationship Id="rId26" Type="http://schemas.openxmlformats.org/officeDocument/2006/relationships/tags" Target="../tags/tag194.xml"/><Relationship Id="rId39" Type="http://schemas.openxmlformats.org/officeDocument/2006/relationships/image" Target="../media/image42.png"/><Relationship Id="rId21" Type="http://schemas.openxmlformats.org/officeDocument/2006/relationships/tags" Target="../tags/tag189.xml"/><Relationship Id="rId34" Type="http://schemas.openxmlformats.org/officeDocument/2006/relationships/image" Target="../media/image37.svg"/><Relationship Id="rId7" Type="http://schemas.openxmlformats.org/officeDocument/2006/relationships/tags" Target="../tags/tag175.xml"/><Relationship Id="rId12" Type="http://schemas.openxmlformats.org/officeDocument/2006/relationships/tags" Target="../tags/tag180.xml"/><Relationship Id="rId17" Type="http://schemas.openxmlformats.org/officeDocument/2006/relationships/tags" Target="../tags/tag185.xml"/><Relationship Id="rId25" Type="http://schemas.openxmlformats.org/officeDocument/2006/relationships/tags" Target="../tags/tag193.xml"/><Relationship Id="rId33" Type="http://schemas.openxmlformats.org/officeDocument/2006/relationships/image" Target="../media/image36.png"/><Relationship Id="rId38" Type="http://schemas.openxmlformats.org/officeDocument/2006/relationships/image" Target="../media/image41.svg"/><Relationship Id="rId2" Type="http://schemas.openxmlformats.org/officeDocument/2006/relationships/tags" Target="../tags/tag170.xml"/><Relationship Id="rId16" Type="http://schemas.openxmlformats.org/officeDocument/2006/relationships/tags" Target="../tags/tag184.xml"/><Relationship Id="rId20" Type="http://schemas.openxmlformats.org/officeDocument/2006/relationships/tags" Target="../tags/tag188.xml"/><Relationship Id="rId29" Type="http://schemas.openxmlformats.org/officeDocument/2006/relationships/image" Target="../media/image32.png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tags" Target="../tags/tag179.xml"/><Relationship Id="rId24" Type="http://schemas.openxmlformats.org/officeDocument/2006/relationships/tags" Target="../tags/tag192.xml"/><Relationship Id="rId32" Type="http://schemas.openxmlformats.org/officeDocument/2006/relationships/image" Target="../media/image35.svg"/><Relationship Id="rId37" Type="http://schemas.openxmlformats.org/officeDocument/2006/relationships/image" Target="../media/image40.png"/><Relationship Id="rId40" Type="http://schemas.openxmlformats.org/officeDocument/2006/relationships/image" Target="../media/image43.svg"/><Relationship Id="rId5" Type="http://schemas.openxmlformats.org/officeDocument/2006/relationships/tags" Target="../tags/tag173.xml"/><Relationship Id="rId15" Type="http://schemas.openxmlformats.org/officeDocument/2006/relationships/tags" Target="../tags/tag183.xml"/><Relationship Id="rId23" Type="http://schemas.openxmlformats.org/officeDocument/2006/relationships/tags" Target="../tags/tag191.xml"/><Relationship Id="rId28" Type="http://schemas.openxmlformats.org/officeDocument/2006/relationships/slideLayout" Target="../slideLayouts/slideLayout7.xml"/><Relationship Id="rId36" Type="http://schemas.openxmlformats.org/officeDocument/2006/relationships/image" Target="../media/image39.svg"/><Relationship Id="rId10" Type="http://schemas.openxmlformats.org/officeDocument/2006/relationships/tags" Target="../tags/tag178.xml"/><Relationship Id="rId19" Type="http://schemas.openxmlformats.org/officeDocument/2006/relationships/tags" Target="../tags/tag187.xml"/><Relationship Id="rId31" Type="http://schemas.openxmlformats.org/officeDocument/2006/relationships/image" Target="../media/image34.png"/><Relationship Id="rId4" Type="http://schemas.openxmlformats.org/officeDocument/2006/relationships/tags" Target="../tags/tag172.xml"/><Relationship Id="rId9" Type="http://schemas.openxmlformats.org/officeDocument/2006/relationships/tags" Target="../tags/tag177.xml"/><Relationship Id="rId14" Type="http://schemas.openxmlformats.org/officeDocument/2006/relationships/tags" Target="../tags/tag182.xml"/><Relationship Id="rId22" Type="http://schemas.openxmlformats.org/officeDocument/2006/relationships/tags" Target="../tags/tag190.xml"/><Relationship Id="rId27" Type="http://schemas.openxmlformats.org/officeDocument/2006/relationships/tags" Target="../tags/tag195.xml"/><Relationship Id="rId30" Type="http://schemas.openxmlformats.org/officeDocument/2006/relationships/image" Target="../media/image33.svg"/><Relationship Id="rId35" Type="http://schemas.openxmlformats.org/officeDocument/2006/relationships/image" Target="../media/image38.png"/><Relationship Id="rId8" Type="http://schemas.openxmlformats.org/officeDocument/2006/relationships/tags" Target="../tags/tag176.xml"/><Relationship Id="rId3" Type="http://schemas.openxmlformats.org/officeDocument/2006/relationships/tags" Target="../tags/tag17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image" Target="../media/image44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Shape0"/>
          <p:cNvGrpSpPr/>
          <p:nvPr>
            <p:custDataLst>
              <p:tags r:id="rId1"/>
            </p:custDataLst>
          </p:nvPr>
        </p:nvGrpSpPr>
        <p:grpSpPr>
          <a:xfrm>
            <a:off x="-1942526" y="-1923483"/>
            <a:ext cx="14405914" cy="10001765"/>
            <a:chOff x="-2577526" y="-2558483"/>
            <a:chExt cx="14405914" cy="10001765"/>
          </a:xfrm>
        </p:grpSpPr>
        <p:sp>
          <p:nvSpPr>
            <p:cNvPr id="20" name="Shape1">
              <a:extLst>
                <a:ext uri="{FF2B5EF4-FFF2-40B4-BE49-F238E27FC236}">
                  <a16:creationId xmlns:a16="http://schemas.microsoft.com/office/drawing/2014/main" id="{E002AE21-602F-FE41-AB30-500E7254328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-2577526" y="-1729653"/>
              <a:ext cx="12200004" cy="9172935"/>
            </a:xfrm>
            <a:prstGeom prst="parallelogram">
              <a:avLst/>
            </a:prstGeom>
            <a:noFill/>
            <a:ln w="63500" cap="rnd">
              <a:solidFill>
                <a:srgbClr val="FFFFFF"/>
              </a:solidFill>
              <a:prstDash val="sysDot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397" tIns="25397" rIns="25397" bIns="25397" numCol="1" spcCol="38100" rtlCol="0" anchor="ctr">
              <a:noAutofit/>
            </a:bodyPr>
            <a:lstStyle/>
            <a:p>
              <a:pPr algn="ctr" defTabSz="412696">
                <a:lnSpc>
                  <a:spcPct val="100000"/>
                </a:lnSpc>
                <a:spcBef>
                  <a:spcPct val="0"/>
                </a:spcBef>
              </a:pPr>
              <a:endParaRPr lang="ru-RU" sz="1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21" name="Shape2"/>
            <p:cNvGrpSpPr/>
            <p:nvPr>
              <p:custDataLst>
                <p:tags r:id="rId6"/>
              </p:custDataLst>
            </p:nvPr>
          </p:nvGrpSpPr>
          <p:grpSpPr>
            <a:xfrm>
              <a:off x="-635000" y="-1400559"/>
              <a:ext cx="12463388" cy="7623115"/>
              <a:chOff x="-635000" y="-1400559"/>
              <a:chExt cx="12463388" cy="7623115"/>
            </a:xfrm>
          </p:grpSpPr>
          <p:sp>
            <p:nvSpPr>
              <p:cNvPr id="22" name="Shape3">
                <a:extLst>
                  <a:ext uri="{FF2B5EF4-FFF2-40B4-BE49-F238E27FC236}">
                    <a16:creationId xmlns:a16="http://schemas.microsoft.com/office/drawing/2014/main" id="{D67EFFBB-5DB7-0315-D9A3-B90734D09E7A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-635000" y="-634550"/>
                <a:ext cx="9476044" cy="6857106"/>
              </a:xfrm>
              <a:custGeom>
                <a:avLst/>
                <a:gdLst>
                  <a:gd name="connsiteX0" fmla="*/ 0 w 9509799"/>
                  <a:gd name="connsiteY0" fmla="*/ 0 h 6857999"/>
                  <a:gd name="connsiteX1" fmla="*/ 9509799 w 9509799"/>
                  <a:gd name="connsiteY1" fmla="*/ 0 h 6857999"/>
                  <a:gd name="connsiteX2" fmla="*/ 7795300 w 9509799"/>
                  <a:gd name="connsiteY2" fmla="*/ 6857999 h 6857999"/>
                  <a:gd name="connsiteX3" fmla="*/ 0 w 9509799"/>
                  <a:gd name="connsiteY3" fmla="*/ 6857999 h 6857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09799" h="6857999">
                    <a:moveTo>
                      <a:pt x="0" y="0"/>
                    </a:moveTo>
                    <a:lnTo>
                      <a:pt x="9509799" y="0"/>
                    </a:lnTo>
                    <a:lnTo>
                      <a:pt x="7795300" y="6857999"/>
                    </a:lnTo>
                    <a:lnTo>
                      <a:pt x="0" y="6857999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5397" tIns="25397" rIns="25397" bIns="25397" numCol="1" spcCol="38100" rtlCol="0" anchor="ctr">
                <a:noAutofit/>
              </a:bodyPr>
              <a:lstStyle/>
              <a:p>
                <a:pPr algn="ctr" defTabSz="412696">
                  <a:lnSpc>
                    <a:spcPct val="100000"/>
                  </a:lnSpc>
                  <a:spcBef>
                    <a:spcPct val="0"/>
                  </a:spcBef>
                </a:pPr>
                <a:endParaRPr lang="ru-RU" sz="16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23" name="Shape4">
                <a:extLst>
                  <a:ext uri="{FF2B5EF4-FFF2-40B4-BE49-F238E27FC236}">
                    <a16:creationId xmlns:a16="http://schemas.microsoft.com/office/drawing/2014/main" id="{3927F932-8D49-8D45-AEE8-61C5EF3B083A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10224253" y="-1400559"/>
                <a:ext cx="1604135" cy="31147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83" extrusionOk="0">
                    <a:moveTo>
                      <a:pt x="19015" y="0"/>
                    </a:moveTo>
                    <a:lnTo>
                      <a:pt x="0" y="12374"/>
                    </a:lnTo>
                    <a:lnTo>
                      <a:pt x="9106" y="12448"/>
                    </a:lnTo>
                    <a:cubicBezTo>
                      <a:pt x="9106" y="12448"/>
                      <a:pt x="3935" y="21161"/>
                      <a:pt x="3791" y="21380"/>
                    </a:cubicBezTo>
                    <a:cubicBezTo>
                      <a:pt x="3648" y="21600"/>
                      <a:pt x="21600" y="9446"/>
                      <a:pt x="21600" y="9446"/>
                    </a:cubicBezTo>
                    <a:lnTo>
                      <a:pt x="12838" y="9446"/>
                    </a:lnTo>
                    <a:lnTo>
                      <a:pt x="19015" y="0"/>
                    </a:lnTo>
                    <a:close/>
                  </a:path>
                </a:pathLst>
              </a:custGeom>
              <a:noFill/>
              <a:ln w="88900" cap="sq">
                <a:solidFill>
                  <a:srgbClr val="FFFFFF"/>
                </a:solidFill>
                <a:miter lim="800000"/>
              </a:ln>
            </p:spPr>
            <p:txBody>
              <a:bodyPr lIns="25397" tIns="25397" rIns="25397" bIns="25397" anchor="ctr">
                <a:noAutofit/>
              </a:bodyPr>
              <a:lstStyle/>
              <a:p>
                <a:pPr defTabSz="412696"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600"/>
              </a:p>
            </p:txBody>
          </p:sp>
          <p:sp>
            <p:nvSpPr>
              <p:cNvPr id="24" name="Shape5">
                <a:extLst>
                  <a:ext uri="{FF2B5EF4-FFF2-40B4-BE49-F238E27FC236}">
                    <a16:creationId xmlns:a16="http://schemas.microsoft.com/office/drawing/2014/main" id="{2E6051C2-6219-D143-BFD3-BAD6294917E7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8601842" y="572025"/>
                <a:ext cx="522699" cy="10149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83" extrusionOk="0">
                    <a:moveTo>
                      <a:pt x="19015" y="0"/>
                    </a:moveTo>
                    <a:lnTo>
                      <a:pt x="0" y="12374"/>
                    </a:lnTo>
                    <a:lnTo>
                      <a:pt x="9106" y="12448"/>
                    </a:lnTo>
                    <a:cubicBezTo>
                      <a:pt x="9106" y="12448"/>
                      <a:pt x="3935" y="21161"/>
                      <a:pt x="3791" y="21380"/>
                    </a:cubicBezTo>
                    <a:cubicBezTo>
                      <a:pt x="3648" y="21600"/>
                      <a:pt x="21600" y="9446"/>
                      <a:pt x="21600" y="9446"/>
                    </a:cubicBezTo>
                    <a:lnTo>
                      <a:pt x="12838" y="9446"/>
                    </a:lnTo>
                    <a:lnTo>
                      <a:pt x="190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0" cap="sq">
                <a:noFill/>
                <a:miter lim="800000"/>
              </a:ln>
            </p:spPr>
            <p:txBody>
              <a:bodyPr lIns="25397" tIns="25397" rIns="25397" bIns="25397" anchor="ctr">
                <a:noAutofit/>
              </a:bodyPr>
              <a:lstStyle/>
              <a:p>
                <a:pPr defTabSz="412696"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600"/>
              </a:p>
            </p:txBody>
          </p:sp>
        </p:grpSp>
        <p:sp>
          <p:nvSpPr>
            <p:cNvPr id="25" name="Shape6">
              <a:extLst>
                <a:ext uri="{FF2B5EF4-FFF2-40B4-BE49-F238E27FC236}">
                  <a16:creationId xmlns:a16="http://schemas.microsoft.com/office/drawing/2014/main" id="{13942523-49E6-5944-9D7C-1C355EE9471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865032" y="4173717"/>
              <a:ext cx="1358079" cy="26369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83" extrusionOk="0">
                  <a:moveTo>
                    <a:pt x="19015" y="0"/>
                  </a:moveTo>
                  <a:lnTo>
                    <a:pt x="0" y="12374"/>
                  </a:lnTo>
                  <a:lnTo>
                    <a:pt x="9106" y="12448"/>
                  </a:lnTo>
                  <a:cubicBezTo>
                    <a:pt x="9106" y="12448"/>
                    <a:pt x="3935" y="21161"/>
                    <a:pt x="3791" y="21380"/>
                  </a:cubicBezTo>
                  <a:cubicBezTo>
                    <a:pt x="3648" y="21600"/>
                    <a:pt x="21600" y="9446"/>
                    <a:pt x="21600" y="9446"/>
                  </a:cubicBezTo>
                  <a:lnTo>
                    <a:pt x="12838" y="9446"/>
                  </a:lnTo>
                  <a:lnTo>
                    <a:pt x="19015" y="0"/>
                  </a:lnTo>
                  <a:close/>
                </a:path>
              </a:pathLst>
            </a:custGeom>
            <a:noFill/>
            <a:ln w="53975" cap="rnd">
              <a:solidFill>
                <a:srgbClr val="000000"/>
              </a:solidFill>
              <a:prstDash val="sysDot"/>
              <a:miter lim="800000"/>
            </a:ln>
          </p:spPr>
          <p:txBody>
            <a:bodyPr lIns="25397" tIns="25397" rIns="25397" bIns="25397" anchor="ctr">
              <a:noAutofit/>
            </a:bodyPr>
            <a:lstStyle/>
            <a:p>
              <a:pPr defTabSz="412696"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pPr>
              <a:endParaRPr sz="1600"/>
            </a:p>
          </p:txBody>
        </p:sp>
        <p:sp>
          <p:nvSpPr>
            <p:cNvPr id="26" name="Shape7">
              <a:extLst>
                <a:ext uri="{FF2B5EF4-FFF2-40B4-BE49-F238E27FC236}">
                  <a16:creationId xmlns:a16="http://schemas.microsoft.com/office/drawing/2014/main" id="{30816176-0DBD-804C-B8D6-9CD4EBA717B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865032" y="4772843"/>
              <a:ext cx="989703" cy="1921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83" extrusionOk="0">
                  <a:moveTo>
                    <a:pt x="19015" y="0"/>
                  </a:moveTo>
                  <a:lnTo>
                    <a:pt x="0" y="12374"/>
                  </a:lnTo>
                  <a:lnTo>
                    <a:pt x="9106" y="12448"/>
                  </a:lnTo>
                  <a:cubicBezTo>
                    <a:pt x="9106" y="12448"/>
                    <a:pt x="3935" y="21161"/>
                    <a:pt x="3791" y="21380"/>
                  </a:cubicBezTo>
                  <a:cubicBezTo>
                    <a:pt x="3648" y="21600"/>
                    <a:pt x="21600" y="9446"/>
                    <a:pt x="21600" y="9446"/>
                  </a:cubicBezTo>
                  <a:lnTo>
                    <a:pt x="12838" y="9446"/>
                  </a:lnTo>
                  <a:lnTo>
                    <a:pt x="19015" y="0"/>
                  </a:lnTo>
                  <a:close/>
                </a:path>
              </a:pathLst>
            </a:custGeom>
            <a:noFill/>
            <a:ln w="88900" cap="rnd">
              <a:solidFill>
                <a:srgbClr val="000000"/>
              </a:solidFill>
              <a:prstDash val="solid"/>
              <a:miter lim="800000"/>
            </a:ln>
          </p:spPr>
          <p:txBody>
            <a:bodyPr lIns="25397" tIns="25397" rIns="25397" bIns="25397" anchor="ctr">
              <a:noAutofit/>
            </a:bodyPr>
            <a:lstStyle/>
            <a:p>
              <a:pPr defTabSz="412696"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pPr>
              <a:endParaRPr sz="1600"/>
            </a:p>
          </p:txBody>
        </p:sp>
        <p:grpSp>
          <p:nvGrpSpPr>
            <p:cNvPr id="27" name="Shape8"/>
            <p:cNvGrpSpPr/>
            <p:nvPr>
              <p:custDataLst>
                <p:tags r:id="rId9"/>
              </p:custDataLst>
            </p:nvPr>
          </p:nvGrpSpPr>
          <p:grpSpPr>
            <a:xfrm>
              <a:off x="-725634" y="-2558483"/>
              <a:ext cx="8388844" cy="8346356"/>
              <a:chOff x="-725634" y="-2558483"/>
              <a:chExt cx="8388844" cy="8346356"/>
            </a:xfrm>
          </p:grpSpPr>
          <p:sp>
            <p:nvSpPr>
              <p:cNvPr id="28" name="Shape9">
                <a:extLst>
                  <a:ext uri="{FF2B5EF4-FFF2-40B4-BE49-F238E27FC236}">
                    <a16:creationId xmlns:a16="http://schemas.microsoft.com/office/drawing/2014/main" id="{832D279F-B815-584B-A2A4-7EFA221FF735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6946226" y="4395698"/>
                <a:ext cx="716984" cy="13921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83" extrusionOk="0">
                    <a:moveTo>
                      <a:pt x="19015" y="0"/>
                    </a:moveTo>
                    <a:lnTo>
                      <a:pt x="0" y="12374"/>
                    </a:lnTo>
                    <a:lnTo>
                      <a:pt x="9106" y="12448"/>
                    </a:lnTo>
                    <a:cubicBezTo>
                      <a:pt x="9106" y="12448"/>
                      <a:pt x="3935" y="21161"/>
                      <a:pt x="3791" y="21380"/>
                    </a:cubicBezTo>
                    <a:cubicBezTo>
                      <a:pt x="3648" y="21600"/>
                      <a:pt x="21600" y="9446"/>
                      <a:pt x="21600" y="9446"/>
                    </a:cubicBezTo>
                    <a:lnTo>
                      <a:pt x="12838" y="9446"/>
                    </a:lnTo>
                    <a:lnTo>
                      <a:pt x="1901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0" cap="sq">
                <a:noFill/>
                <a:miter lim="800000"/>
              </a:ln>
            </p:spPr>
            <p:txBody>
              <a:bodyPr lIns="25397" tIns="25397" rIns="25397" bIns="25397" anchor="ctr">
                <a:noAutofit/>
              </a:bodyPr>
              <a:lstStyle/>
              <a:p>
                <a:pPr defTabSz="412696"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600"/>
              </a:p>
            </p:txBody>
          </p:sp>
          <p:sp>
            <p:nvSpPr>
              <p:cNvPr id="29" name="Shape10">
                <a:extLst>
                  <a:ext uri="{FF2B5EF4-FFF2-40B4-BE49-F238E27FC236}">
                    <a16:creationId xmlns:a16="http://schemas.microsoft.com/office/drawing/2014/main" id="{BA193BEB-E3F8-5D49-9668-41F0EC052B07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-725634" y="-2558483"/>
                <a:ext cx="2596134" cy="50409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83" extrusionOk="0">
                    <a:moveTo>
                      <a:pt x="19015" y="0"/>
                    </a:moveTo>
                    <a:lnTo>
                      <a:pt x="0" y="12374"/>
                    </a:lnTo>
                    <a:lnTo>
                      <a:pt x="9106" y="12448"/>
                    </a:lnTo>
                    <a:cubicBezTo>
                      <a:pt x="9106" y="12448"/>
                      <a:pt x="3935" y="21161"/>
                      <a:pt x="3791" y="21380"/>
                    </a:cubicBezTo>
                    <a:cubicBezTo>
                      <a:pt x="3648" y="21600"/>
                      <a:pt x="21600" y="9446"/>
                      <a:pt x="21600" y="9446"/>
                    </a:cubicBezTo>
                    <a:lnTo>
                      <a:pt x="12838" y="9446"/>
                    </a:lnTo>
                    <a:lnTo>
                      <a:pt x="19015" y="0"/>
                    </a:lnTo>
                    <a:close/>
                  </a:path>
                </a:pathLst>
              </a:custGeom>
              <a:noFill/>
              <a:ln w="88900">
                <a:solidFill>
                  <a:srgbClr val="000000"/>
                </a:solidFill>
                <a:miter lim="800000"/>
              </a:ln>
            </p:spPr>
            <p:txBody>
              <a:bodyPr lIns="25397" tIns="25397" rIns="25397" bIns="25397" anchor="ctr">
                <a:noAutofit/>
              </a:bodyPr>
              <a:lstStyle/>
              <a:p>
                <a:pPr defTabSz="412696"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600"/>
              </a:p>
            </p:txBody>
          </p:sp>
        </p:grpSp>
      </p:grpSp>
      <p:grpSp>
        <p:nvGrpSpPr>
          <p:cNvPr id="12" name="Shape11"/>
          <p:cNvGrpSpPr/>
          <p:nvPr>
            <p:custDataLst>
              <p:tags r:id="rId2"/>
            </p:custDataLst>
          </p:nvPr>
        </p:nvGrpSpPr>
        <p:grpSpPr>
          <a:xfrm>
            <a:off x="1181741" y="656794"/>
            <a:ext cx="1145738" cy="1260311"/>
            <a:chOff x="4662881" y="1864207"/>
            <a:chExt cx="1145738" cy="1260311"/>
          </a:xfrm>
        </p:grpSpPr>
        <p:sp>
          <p:nvSpPr>
            <p:cNvPr id="14" name="Shape12">
              <a:extLst>
                <a:ext uri="{FF2B5EF4-FFF2-40B4-BE49-F238E27FC236}">
                  <a16:creationId xmlns:a16="http://schemas.microsoft.com/office/drawing/2014/main" id="{645F223A-6FFC-6A4F-B7F7-F1460330BA46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4911335" y="1864445"/>
              <a:ext cx="648829" cy="12598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83" extrusionOk="0">
                  <a:moveTo>
                    <a:pt x="19015" y="0"/>
                  </a:moveTo>
                  <a:lnTo>
                    <a:pt x="0" y="12374"/>
                  </a:lnTo>
                  <a:lnTo>
                    <a:pt x="9106" y="12448"/>
                  </a:lnTo>
                  <a:cubicBezTo>
                    <a:pt x="9106" y="12448"/>
                    <a:pt x="3935" y="21161"/>
                    <a:pt x="3791" y="21380"/>
                  </a:cubicBezTo>
                  <a:cubicBezTo>
                    <a:pt x="3648" y="21600"/>
                    <a:pt x="21600" y="9446"/>
                    <a:pt x="21600" y="9446"/>
                  </a:cubicBezTo>
                  <a:lnTo>
                    <a:pt x="12838" y="9446"/>
                  </a:lnTo>
                  <a:lnTo>
                    <a:pt x="19015" y="0"/>
                  </a:lnTo>
                  <a:close/>
                </a:path>
              </a:pathLst>
            </a:custGeom>
            <a:solidFill>
              <a:srgbClr val="FF7914"/>
            </a:solidFill>
            <a:ln w="12700">
              <a:miter lim="400000"/>
            </a:ln>
          </p:spPr>
          <p:txBody>
            <a:bodyPr lIns="25397" tIns="25397" rIns="25397" bIns="25397" anchor="ctr">
              <a:noAutofit/>
            </a:bodyPr>
            <a:lstStyle/>
            <a:p>
              <a:pPr algn="ctr" defTabSz="412696">
                <a:lnSpc>
                  <a:spcPct val="100000"/>
                </a:lnSpc>
                <a:spcBef>
                  <a:spcPct val="0"/>
                </a:spcBef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pPr>
              <a:endParaRPr sz="1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15" name="Shape13">
            <a:extLst>
              <a:ext uri="{FF2B5EF4-FFF2-40B4-BE49-F238E27FC236}">
                <a16:creationId xmlns:a16="http://schemas.microsoft.com/office/drawing/2014/main" id="{9FB687ED-2A31-4B4B-A004-2270733A56D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181740" y="3226538"/>
            <a:ext cx="7340174" cy="1109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>
            <a:spAutoFit/>
          </a:bodyPr>
          <a:lstStyle/>
          <a:p>
            <a:pPr defTabSz="412696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600" b="1">
                <a:solidFill>
                  <a:srgbClr val="000000"/>
                </a:solidFill>
                <a:latin typeface="+mn-lt"/>
                <a:ea typeface="Play"/>
                <a:cs typeface="Play"/>
                <a:sym typeface="Play"/>
              </a:rPr>
              <a:t>Добрий день!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0"/>
          <p:cNvSpPr txBox="1">
            <a:spLocks noGrp="1"/>
          </p:cNvSpPr>
          <p:nvPr>
            <p:ph type="title"/>
          </p:nvPr>
        </p:nvSpPr>
        <p:spPr>
          <a:xfrm>
            <a:off x="739359" y="215049"/>
            <a:ext cx="10682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Я - Ростислав</a:t>
            </a:r>
            <a:endParaRPr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4" name="Google Shape;364;p40"/>
          <p:cNvSpPr>
            <a:spLocks noGrp="1"/>
          </p:cNvSpPr>
          <p:nvPr>
            <p:ph type="pic" idx="2"/>
          </p:nvPr>
        </p:nvSpPr>
        <p:spPr>
          <a:xfrm>
            <a:off x="755000" y="2374900"/>
            <a:ext cx="2984400" cy="2984400"/>
          </a:xfrm>
          <a:prstGeom prst="ellipse">
            <a:avLst/>
          </a:prstGeom>
        </p:spPr>
        <p:txBody>
          <a:bodyPr/>
          <a:lstStyle/>
          <a:p>
            <a:endParaRPr lang="uk-UA"/>
          </a:p>
        </p:txBody>
      </p:sp>
      <p:sp>
        <p:nvSpPr>
          <p:cNvPr id="365" name="Google Shape;365;p40"/>
          <p:cNvSpPr txBox="1">
            <a:spLocks noGrp="1"/>
          </p:cNvSpPr>
          <p:nvPr>
            <p:ph type="subTitle" idx="3"/>
          </p:nvPr>
        </p:nvSpPr>
        <p:spPr>
          <a:xfrm>
            <a:off x="4125677" y="2374900"/>
            <a:ext cx="5700434" cy="759603"/>
          </a:xfrm>
          <a:prstGeom prst="rect">
            <a:avLst/>
          </a:prstGeom>
        </p:spPr>
        <p:txBody>
          <a:bodyPr spcFirstLastPara="1" wrap="square" lIns="0" tIns="1200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uk-UA" sz="3600" b="1" i="1" dirty="0"/>
              <a:t>Про мене програмуванні</a:t>
            </a:r>
            <a:endParaRPr lang="en-US" sz="3600" b="1" i="1" dirty="0"/>
          </a:p>
        </p:txBody>
      </p:sp>
      <p:grpSp>
        <p:nvGrpSpPr>
          <p:cNvPr id="366" name="Google Shape;366;p40"/>
          <p:cNvGrpSpPr/>
          <p:nvPr/>
        </p:nvGrpSpPr>
        <p:grpSpPr>
          <a:xfrm>
            <a:off x="739359" y="2327881"/>
            <a:ext cx="3086052" cy="3078438"/>
            <a:chOff x="1555417" y="1745542"/>
            <a:chExt cx="3198900" cy="3236400"/>
          </a:xfrm>
        </p:grpSpPr>
        <p:sp>
          <p:nvSpPr>
            <p:cNvPr id="367" name="Google Shape;367;p40"/>
            <p:cNvSpPr/>
            <p:nvPr/>
          </p:nvSpPr>
          <p:spPr>
            <a:xfrm>
              <a:off x="1555417" y="1745542"/>
              <a:ext cx="3198900" cy="32364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0"/>
            <p:cNvSpPr/>
            <p:nvPr/>
          </p:nvSpPr>
          <p:spPr>
            <a:xfrm>
              <a:off x="2250504" y="3894105"/>
              <a:ext cx="1638900" cy="84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0"/>
            <p:cNvSpPr txBox="1"/>
            <p:nvPr/>
          </p:nvSpPr>
          <p:spPr>
            <a:xfrm>
              <a:off x="2250504" y="3894105"/>
              <a:ext cx="1638900" cy="84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300"/>
                <a:buFont typeface="Trebuchet MS"/>
                <a:buNone/>
              </a:pPr>
              <a:endParaRPr sz="63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370" name="Google Shape;370;p40"/>
          <p:cNvGrpSpPr/>
          <p:nvPr/>
        </p:nvGrpSpPr>
        <p:grpSpPr>
          <a:xfrm>
            <a:off x="2230017" y="2910190"/>
            <a:ext cx="7912360" cy="2449110"/>
            <a:chOff x="871880" y="454"/>
            <a:chExt cx="8912651" cy="3300300"/>
          </a:xfrm>
        </p:grpSpPr>
        <p:sp>
          <p:nvSpPr>
            <p:cNvPr id="371" name="Google Shape;371;p40"/>
            <p:cNvSpPr/>
            <p:nvPr/>
          </p:nvSpPr>
          <p:spPr>
            <a:xfrm>
              <a:off x="871880" y="1123375"/>
              <a:ext cx="2240100" cy="199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0"/>
            <p:cNvSpPr/>
            <p:nvPr/>
          </p:nvSpPr>
          <p:spPr>
            <a:xfrm>
              <a:off x="3855031" y="1749"/>
              <a:ext cx="5929500" cy="7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0"/>
            <p:cNvSpPr/>
            <p:nvPr/>
          </p:nvSpPr>
          <p:spPr>
            <a:xfrm>
              <a:off x="2649652" y="38700"/>
              <a:ext cx="924651" cy="1023604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l="-38999" r="-38999"/>
              </a:stretch>
            </a:blipFill>
            <a:ln w="349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0"/>
            <p:cNvSpPr/>
            <p:nvPr/>
          </p:nvSpPr>
          <p:spPr>
            <a:xfrm>
              <a:off x="3855031" y="835095"/>
              <a:ext cx="5929500" cy="7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0"/>
            <p:cNvSpPr txBox="1"/>
            <p:nvPr/>
          </p:nvSpPr>
          <p:spPr>
            <a:xfrm>
              <a:off x="3651874" y="454"/>
              <a:ext cx="6074897" cy="1265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75" rIns="60950" bIns="304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rebuchet MS"/>
                <a:buNone/>
              </a:pPr>
              <a:r>
                <a:rPr lang="uk-UA" sz="2300" i="1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Вивчив мови програмування як: C, C#, </a:t>
              </a:r>
              <a:r>
                <a:rPr lang="uk-UA" sz="2300" i="1" dirty="0" err="1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Java</a:t>
              </a:r>
              <a:r>
                <a:rPr lang="uk-UA" sz="2300" i="1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, </a:t>
              </a:r>
              <a:r>
                <a:rPr lang="uk-UA" sz="2300" i="1" dirty="0" err="1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JavaScript</a:t>
              </a:r>
              <a:r>
                <a:rPr lang="uk-UA" sz="2300" i="1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, SQL, PHP, </a:t>
              </a:r>
              <a:r>
                <a:rPr lang="uk-UA" sz="2300" i="1" dirty="0" err="1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Assembler</a:t>
              </a:r>
              <a:r>
                <a:rPr lang="en-US" sz="2300" i="1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, Python</a:t>
              </a:r>
              <a:endParaRPr sz="2300" i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78" name="Google Shape;378;p40"/>
            <p:cNvSpPr/>
            <p:nvPr/>
          </p:nvSpPr>
          <p:spPr>
            <a:xfrm>
              <a:off x="2649653" y="1121195"/>
              <a:ext cx="924651" cy="1023604"/>
            </a:xfrm>
            <a:prstGeom prst="ellipse">
              <a:avLst/>
            </a:prstGeom>
            <a:blipFill rotWithShape="1">
              <a:blip r:embed="rId5">
                <a:alphaModFix/>
              </a:blip>
              <a:stretch>
                <a:fillRect l="-20998" r="-20998"/>
              </a:stretch>
            </a:blipFill>
            <a:ln w="349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0"/>
            <p:cNvSpPr/>
            <p:nvPr/>
          </p:nvSpPr>
          <p:spPr>
            <a:xfrm>
              <a:off x="3855031" y="1668440"/>
              <a:ext cx="5929500" cy="7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0"/>
            <p:cNvSpPr txBox="1"/>
            <p:nvPr/>
          </p:nvSpPr>
          <p:spPr>
            <a:xfrm>
              <a:off x="3616590" y="1015892"/>
              <a:ext cx="6074897" cy="1265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75" rIns="60950" bIns="304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rebuchet MS"/>
                <a:buNone/>
              </a:pPr>
              <a:r>
                <a:rPr lang="uk-UA" sz="2300" i="1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Пройшов стажування в IT 2 місяці</a:t>
              </a:r>
              <a:endParaRPr sz="2300" i="1" dirty="0"/>
            </a:p>
          </p:txBody>
        </p:sp>
        <p:sp>
          <p:nvSpPr>
            <p:cNvPr id="381" name="Google Shape;381;p40"/>
            <p:cNvSpPr/>
            <p:nvPr/>
          </p:nvSpPr>
          <p:spPr>
            <a:xfrm>
              <a:off x="2649653" y="2184381"/>
              <a:ext cx="924651" cy="1023604"/>
            </a:xfrm>
            <a:prstGeom prst="ellipse">
              <a:avLst/>
            </a:prstGeom>
            <a:blipFill rotWithShape="1">
              <a:blip r:embed="rId6">
                <a:alphaModFix/>
              </a:blip>
              <a:stretch>
                <a:fillRect l="-24998" r="-24998"/>
              </a:stretch>
            </a:blipFill>
            <a:ln w="349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0"/>
            <p:cNvSpPr/>
            <p:nvPr/>
          </p:nvSpPr>
          <p:spPr>
            <a:xfrm>
              <a:off x="3855031" y="2501785"/>
              <a:ext cx="5929500" cy="7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0"/>
            <p:cNvSpPr txBox="1"/>
            <p:nvPr/>
          </p:nvSpPr>
          <p:spPr>
            <a:xfrm>
              <a:off x="3651877" y="2035238"/>
              <a:ext cx="6074897" cy="1265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75" rIns="60950" bIns="304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rebuchet MS"/>
                <a:buNone/>
              </a:pPr>
              <a:r>
                <a:rPr lang="uk-UA" sz="2300" i="1" dirty="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Маю ІТ освіту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509441D-5BE0-4C71-A42E-29C651055A3F}"/>
              </a:ext>
            </a:extLst>
          </p:cNvPr>
          <p:cNvSpPr txBox="1"/>
          <p:nvPr/>
        </p:nvSpPr>
        <p:spPr>
          <a:xfrm>
            <a:off x="776633" y="1274456"/>
            <a:ext cx="86245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4400" i="1" dirty="0">
                <a:solidFill>
                  <a:schemeClr val="accent4"/>
                </a:solidFill>
                <a:latin typeface="+mj-lt"/>
              </a:rPr>
              <a:t>викладач з курсів </a:t>
            </a:r>
            <a:r>
              <a:rPr lang="en-US" sz="4400" b="1" i="1" dirty="0">
                <a:solidFill>
                  <a:schemeClr val="accent4"/>
                </a:solidFill>
                <a:latin typeface="+mj-lt"/>
              </a:rPr>
              <a:t>Java</a:t>
            </a:r>
            <a:r>
              <a:rPr lang="uk-UA" sz="4400" b="1" i="1" dirty="0">
                <a:solidFill>
                  <a:schemeClr val="accent4"/>
                </a:solidFill>
                <a:latin typeface="+mj-lt"/>
              </a:rPr>
              <a:t>, </a:t>
            </a:r>
            <a:r>
              <a:rPr lang="en-US" sz="4400" b="1" i="1" dirty="0">
                <a:solidFill>
                  <a:schemeClr val="accent4"/>
                </a:solidFill>
                <a:latin typeface="+mj-lt"/>
              </a:rPr>
              <a:t>Python</a:t>
            </a:r>
            <a:r>
              <a:rPr lang="uk-UA" sz="4400" b="1" i="1" dirty="0">
                <a:solidFill>
                  <a:schemeClr val="accent4"/>
                </a:solidFill>
                <a:latin typeface="+mj-lt"/>
              </a:rPr>
              <a:t>, </a:t>
            </a:r>
            <a:r>
              <a:rPr lang="en-US" sz="4400" b="1" i="1" dirty="0">
                <a:solidFill>
                  <a:schemeClr val="accent4"/>
                </a:solidFill>
                <a:latin typeface="+mj-lt"/>
              </a:rPr>
              <a:t>Unity</a:t>
            </a:r>
            <a:endParaRPr lang="uk-UA" sz="4400" b="1" i="1" dirty="0">
              <a:solidFill>
                <a:schemeClr val="accent4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Shape819"/>
          <p:cNvGrpSpPr/>
          <p:nvPr>
            <p:custDataLst>
              <p:tags r:id="rId1"/>
            </p:custDataLst>
          </p:nvPr>
        </p:nvGrpSpPr>
        <p:grpSpPr>
          <a:xfrm>
            <a:off x="6463862" y="1814440"/>
            <a:ext cx="6210738" cy="5526160"/>
            <a:chOff x="5828862" y="1179440"/>
            <a:chExt cx="6210738" cy="5526160"/>
          </a:xfrm>
        </p:grpSpPr>
        <p:sp>
          <p:nvSpPr>
            <p:cNvPr id="17" name="Shape809">
              <a:extLst>
                <a:ext uri="{FF2B5EF4-FFF2-40B4-BE49-F238E27FC236}">
                  <a16:creationId xmlns:a16="http://schemas.microsoft.com/office/drawing/2014/main" id="{EF7F7447-D26D-F4A6-D11E-FAFF92AF71A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828862" y="1721239"/>
              <a:ext cx="6210738" cy="4984361"/>
            </a:xfrm>
            <a:prstGeom prst="roundRect">
              <a:avLst>
                <a:gd name="adj" fmla="val 6623"/>
              </a:avLst>
            </a:prstGeom>
            <a:solidFill>
              <a:srgbClr val="FF79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noAutofit/>
            </a:bodyPr>
            <a:lstStyle/>
            <a:p>
              <a:pPr algn="ctr"/>
              <a:endParaRPr lang="ru-RU" sz="1100">
                <a:solidFill>
                  <a:srgbClr val="000000"/>
                </a:solidFill>
                <a:latin typeface="Comfortaa"/>
              </a:endParaRPr>
            </a:p>
          </p:txBody>
        </p:sp>
        <p:sp>
          <p:nvSpPr>
            <p:cNvPr id="19" name="Shape811">
              <a:extLst>
                <a:ext uri="{FF2B5EF4-FFF2-40B4-BE49-F238E27FC236}">
                  <a16:creationId xmlns:a16="http://schemas.microsoft.com/office/drawing/2014/main" id="{3B9B570D-CD9D-08DC-E345-4021E38F6D6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659933" y="1179440"/>
              <a:ext cx="2831070" cy="4748565"/>
            </a:xfrm>
            <a:prstGeom prst="rect">
              <a:avLst/>
            </a:prstGeom>
            <a:blipFill>
              <a:blip r:embed="rId10"/>
              <a:stretch>
                <a:fillRect l="-75382" t="-202" r="-75382" b="-202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  <a:latin typeface="Comfortaa"/>
              </a:endParaRPr>
            </a:p>
          </p:txBody>
        </p:sp>
      </p:grpSp>
      <p:sp>
        <p:nvSpPr>
          <p:cNvPr id="13" name="Shape812">
            <a:extLst>
              <a:ext uri="{FF2B5EF4-FFF2-40B4-BE49-F238E27FC236}">
                <a16:creationId xmlns:a16="http://schemas.microsoft.com/office/drawing/2014/main" id="{42249589-7645-E059-2914-FBA08F2FB92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70349" y="3719342"/>
            <a:ext cx="2176378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4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А </a:t>
            </a:r>
            <a:r>
              <a:rPr sz="2400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як</a:t>
            </a:r>
            <a:r>
              <a:rPr sz="24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 </a:t>
            </a:r>
            <a:r>
              <a:rPr sz="2400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справи</a:t>
            </a:r>
            <a:r>
              <a:rPr sz="24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
з </a:t>
            </a:r>
            <a:r>
              <a:rPr sz="2400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комп'ютером</a:t>
            </a:r>
            <a:r>
              <a:rPr sz="24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? 
</a:t>
            </a:r>
            <a:r>
              <a:rPr sz="2400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Чого</a:t>
            </a:r>
            <a:r>
              <a:rPr sz="24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sz="2400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хочеш</a:t>
            </a:r>
            <a:r>
              <a:rPr sz="24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
</a:t>
            </a:r>
            <a:r>
              <a:rPr sz="2400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навчитися</a:t>
            </a:r>
            <a:r>
              <a:rPr sz="24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?</a:t>
            </a:r>
          </a:p>
        </p:txBody>
      </p:sp>
      <p:sp>
        <p:nvSpPr>
          <p:cNvPr id="14" name="Shape812">
            <a:extLst>
              <a:ext uri="{FF2B5EF4-FFF2-40B4-BE49-F238E27FC236}">
                <a16:creationId xmlns:a16="http://schemas.microsoft.com/office/drawing/2014/main" id="{42249589-7645-E059-2914-FBA08F2FB92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433665" y="3719342"/>
            <a:ext cx="2528597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Чим 
ти захоплюєшся/
любиш займатися 
у вільний час?</a:t>
            </a:r>
          </a:p>
        </p:txBody>
      </p:sp>
      <p:sp>
        <p:nvSpPr>
          <p:cNvPr id="15" name="Shape815">
            <a:extLst>
              <a:ext uri="{FF2B5EF4-FFF2-40B4-BE49-F238E27FC236}">
                <a16:creationId xmlns:a16="http://schemas.microsoft.com/office/drawing/2014/main" id="{D8B7CD1E-F3E6-2E47-78C5-8013341EBA3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70349" y="2874796"/>
            <a:ext cx="443711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400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Який</a:t>
            </a:r>
            <a:r>
              <a:rPr sz="24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sz="2400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твій</a:t>
            </a:r>
            <a:r>
              <a:rPr sz="24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sz="2400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улюблений</a:t>
            </a:r>
            <a:r>
              <a:rPr sz="24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sz="2400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предмет</a:t>
            </a:r>
            <a:r>
              <a:rPr sz="24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?</a:t>
            </a:r>
          </a:p>
        </p:txBody>
      </p:sp>
      <p:sp>
        <p:nvSpPr>
          <p:cNvPr id="9" name="Shape813">
            <a:extLst>
              <a:ext uri="{FF2B5EF4-FFF2-40B4-BE49-F238E27FC236}">
                <a16:creationId xmlns:a16="http://schemas.microsoft.com/office/drawing/2014/main" id="{2542E7D8-93BB-615A-862C-2F5353C1A96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70349" y="653311"/>
            <a:ext cx="4329711" cy="128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Запитання</a:t>
            </a:r>
            <a:r>
              <a:rPr lang="en-US" sz="4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
</a:t>
            </a:r>
            <a:r>
              <a:rPr lang="en-US" sz="44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для</a:t>
            </a:r>
            <a:r>
              <a:rPr lang="en-US" sz="4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 </a:t>
            </a:r>
            <a:r>
              <a:rPr lang="en-US" sz="44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знайомства</a:t>
            </a:r>
            <a:endParaRPr lang="en-US" sz="4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0" name="Shape814">
            <a:extLst>
              <a:ext uri="{FF2B5EF4-FFF2-40B4-BE49-F238E27FC236}">
                <a16:creationId xmlns:a16="http://schemas.microsoft.com/office/drawing/2014/main" id="{38304578-3C3A-2EBF-CC1C-E9437B919B6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70349" y="2140677"/>
            <a:ext cx="2697854" cy="332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7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З </a:t>
            </a:r>
            <a:r>
              <a:rPr lang="en-US" sz="2700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якого</a:t>
            </a:r>
            <a:r>
              <a:rPr lang="en-US" sz="27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2700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ти</a:t>
            </a:r>
            <a:r>
              <a:rPr lang="en-US" sz="27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 </a:t>
            </a:r>
            <a:r>
              <a:rPr lang="en-US" sz="2700" dirty="0" err="1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міста</a:t>
            </a:r>
            <a:r>
              <a:rPr lang="en-US" sz="27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?</a:t>
            </a:r>
          </a:p>
        </p:txBody>
      </p:sp>
      <p:pic>
        <p:nvPicPr>
          <p:cNvPr id="2052" name="Picture 4" descr="Город-государство — Википедия">
            <a:extLst>
              <a:ext uri="{FF2B5EF4-FFF2-40B4-BE49-F238E27FC236}">
                <a16:creationId xmlns:a16="http://schemas.microsoft.com/office/drawing/2014/main" id="{C75ADCB9-4516-4FC5-BC35-A77DCAD831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61" t="1101" r="23078" b="-1101"/>
          <a:stretch/>
        </p:blipFill>
        <p:spPr bwMode="auto">
          <a:xfrm>
            <a:off x="6229740" y="99854"/>
            <a:ext cx="2831071" cy="47485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Человек, работающий за компьютером с экраном, на котором написано «код». |  Премиум Фото">
            <a:extLst>
              <a:ext uri="{FF2B5EF4-FFF2-40B4-BE49-F238E27FC236}">
                <a16:creationId xmlns:a16="http://schemas.microsoft.com/office/drawing/2014/main" id="{547197E2-A728-416B-9162-CA2407E08D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55" r="46293"/>
          <a:stretch/>
        </p:blipFill>
        <p:spPr bwMode="auto">
          <a:xfrm>
            <a:off x="9294933" y="1814440"/>
            <a:ext cx="2864101" cy="4746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Shape19"/>
          <p:cNvGrpSpPr/>
          <p:nvPr>
            <p:custDataLst>
              <p:tags r:id="rId1"/>
            </p:custDataLst>
          </p:nvPr>
        </p:nvGrpSpPr>
        <p:grpSpPr>
          <a:xfrm>
            <a:off x="-2581475" y="-2658563"/>
            <a:ext cx="15704782" cy="11434497"/>
            <a:chOff x="-3216475" y="-3293563"/>
            <a:chExt cx="15704782" cy="11434497"/>
          </a:xfrm>
        </p:grpSpPr>
        <p:grpSp>
          <p:nvGrpSpPr>
            <p:cNvPr id="27" name="Shape20"/>
            <p:cNvGrpSpPr/>
            <p:nvPr>
              <p:custDataLst>
                <p:tags r:id="rId9"/>
              </p:custDataLst>
            </p:nvPr>
          </p:nvGrpSpPr>
          <p:grpSpPr>
            <a:xfrm>
              <a:off x="-2119781" y="-1917462"/>
              <a:ext cx="14608088" cy="9422924"/>
              <a:chOff x="-2119781" y="-1917462"/>
              <a:chExt cx="14608088" cy="9422924"/>
            </a:xfrm>
          </p:grpSpPr>
          <p:sp>
            <p:nvSpPr>
              <p:cNvPr id="28" name="Shape4">
                <a:extLst>
                  <a:ext uri="{FF2B5EF4-FFF2-40B4-BE49-F238E27FC236}">
                    <a16:creationId xmlns:a16="http://schemas.microsoft.com/office/drawing/2014/main" id="{7C1BB3E8-3DEE-4E6A-22BB-C8D2B90977B3}"/>
                  </a:ext>
                </a:extLst>
              </p:cNvPr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>
              <a:xfrm rot="2700000">
                <a:off x="-2119780" y="-1917462"/>
                <a:ext cx="9422924" cy="9422925"/>
              </a:xfrm>
              <a:custGeom>
                <a:avLst/>
                <a:gdLst>
                  <a:gd name="connsiteX0" fmla="*/ 0 w 9424151"/>
                  <a:gd name="connsiteY0" fmla="*/ 4574814 h 9424152"/>
                  <a:gd name="connsiteX1" fmla="*/ 4574814 w 9424151"/>
                  <a:gd name="connsiteY1" fmla="*/ 0 h 9424152"/>
                  <a:gd name="connsiteX2" fmla="*/ 9424151 w 9424151"/>
                  <a:gd name="connsiteY2" fmla="*/ 0 h 9424152"/>
                  <a:gd name="connsiteX3" fmla="*/ 9424151 w 9424151"/>
                  <a:gd name="connsiteY3" fmla="*/ 4849339 h 9424152"/>
                  <a:gd name="connsiteX4" fmla="*/ 4849338 w 9424151"/>
                  <a:gd name="connsiteY4" fmla="*/ 9424152 h 9424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24151" h="9424152">
                    <a:moveTo>
                      <a:pt x="0" y="4574814"/>
                    </a:moveTo>
                    <a:lnTo>
                      <a:pt x="4574814" y="0"/>
                    </a:lnTo>
                    <a:lnTo>
                      <a:pt x="9424151" y="0"/>
                    </a:lnTo>
                    <a:lnTo>
                      <a:pt x="9424151" y="4849339"/>
                    </a:lnTo>
                    <a:lnTo>
                      <a:pt x="4849338" y="9424152"/>
                    </a:lnTo>
                    <a:close/>
                  </a:path>
                </a:pathLst>
              </a:custGeom>
              <a:solidFill>
                <a:srgbClr val="000000"/>
              </a:solidFill>
              <a:ln w="190500" cap="rnd">
                <a:noFill/>
                <a:prstDash val="solid"/>
                <a:round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5397" tIns="25397" rIns="25397" bIns="25397" numCol="1" spcCol="381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412696">
                  <a:lnSpc>
                    <a:spcPct val="100000"/>
                  </a:lnSpc>
                  <a:spcBef>
                    <a:spcPct val="0"/>
                  </a:spcBef>
                </a:pPr>
                <a:endParaRPr lang="ru-RU" sz="16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29" name="Shape6">
                <a:extLst>
                  <a:ext uri="{FF2B5EF4-FFF2-40B4-BE49-F238E27FC236}">
                    <a16:creationId xmlns:a16="http://schemas.microsoft.com/office/drawing/2014/main" id="{B4DFF2E6-DF48-0447-B8A4-1CE69E6860B1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6798437" y="-356571"/>
                <a:ext cx="798959" cy="6454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90500" cap="sq">
                <a:noFill/>
                <a:prstDash val="solid"/>
                <a:miter lim="800000"/>
              </a:ln>
            </p:spPr>
            <p:txBody>
              <a:bodyPr lIns="25397" tIns="25397" rIns="25397" bIns="25397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412696">
                  <a:lnSpc>
                    <a:spcPct val="100000"/>
                  </a:lnSpc>
                  <a:spcBef>
                    <a:spcPct val="0"/>
                  </a:spcBef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600"/>
              </a:p>
            </p:txBody>
          </p:sp>
          <p:sp>
            <p:nvSpPr>
              <p:cNvPr id="30" name="Shape8">
                <a:extLst>
                  <a:ext uri="{FF2B5EF4-FFF2-40B4-BE49-F238E27FC236}">
                    <a16:creationId xmlns:a16="http://schemas.microsoft.com/office/drawing/2014/main" id="{99BAF73B-8509-0F42-AC87-89CF52446FE6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10071990" y="-1513837"/>
                <a:ext cx="2416317" cy="19519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88900" cap="sq">
                <a:solidFill>
                  <a:srgbClr val="000000"/>
                </a:solidFill>
                <a:prstDash val="solid"/>
                <a:miter lim="800000"/>
              </a:ln>
            </p:spPr>
            <p:txBody>
              <a:bodyPr lIns="25397" tIns="25397" rIns="25397" bIns="25397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412696">
                  <a:lnSpc>
                    <a:spcPct val="100000"/>
                  </a:lnSpc>
                  <a:spcBef>
                    <a:spcPct val="0"/>
                  </a:spcBef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600"/>
              </a:p>
            </p:txBody>
          </p:sp>
        </p:grpSp>
        <p:sp>
          <p:nvSpPr>
            <p:cNvPr id="31" name="Shape10">
              <a:extLst>
                <a:ext uri="{FF2B5EF4-FFF2-40B4-BE49-F238E27FC236}">
                  <a16:creationId xmlns:a16="http://schemas.microsoft.com/office/drawing/2014/main" id="{AE9AFA66-6B77-8B43-A568-C4243D07302C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 rot="2700000">
              <a:off x="-3207931" y="-2507222"/>
              <a:ext cx="10648156" cy="10648156"/>
            </a:xfrm>
            <a:prstGeom prst="roundRect">
              <a:avLst>
                <a:gd name="adj" fmla="val 0"/>
              </a:avLst>
            </a:prstGeom>
            <a:noFill/>
            <a:ln w="63500" cap="rnd">
              <a:solidFill>
                <a:srgbClr val="000000"/>
              </a:solidFill>
              <a:prstDash val="sysDot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5397" tIns="25397" rIns="25397" bIns="25397" numCol="1" spcCol="381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696">
                <a:lnSpc>
                  <a:spcPct val="100000"/>
                </a:lnSpc>
                <a:spcBef>
                  <a:spcPct val="0"/>
                </a:spcBef>
              </a:pPr>
              <a:endParaRPr lang="ru-RU" sz="1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2" name="Shape12">
              <a:extLst>
                <a:ext uri="{FF2B5EF4-FFF2-40B4-BE49-F238E27FC236}">
                  <a16:creationId xmlns:a16="http://schemas.microsoft.com/office/drawing/2014/main" id="{808CB640-2C39-414C-92C2-93FA73B6528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-1834836" y="4293408"/>
              <a:ext cx="2900520" cy="2343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53975" cap="rnd">
              <a:solidFill>
                <a:srgbClr val="FF7914"/>
              </a:solidFill>
              <a:prstDash val="sysDot"/>
              <a:round/>
            </a:ln>
          </p:spPr>
          <p:txBody>
            <a:bodyPr lIns="25397" tIns="25397" rIns="25397" bIns="25397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696">
                <a:lnSpc>
                  <a:spcPct val="100000"/>
                </a:lnSpc>
                <a:spcBef>
                  <a:spcPct val="0"/>
                </a:spcBef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pPr>
              <a:endParaRPr sz="1600"/>
            </a:p>
          </p:txBody>
        </p:sp>
        <p:sp>
          <p:nvSpPr>
            <p:cNvPr id="33" name="Shape14">
              <a:extLst>
                <a:ext uri="{FF2B5EF4-FFF2-40B4-BE49-F238E27FC236}">
                  <a16:creationId xmlns:a16="http://schemas.microsoft.com/office/drawing/2014/main" id="{327ED6E2-E659-9448-B8ED-9C688E953B2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-1513659" y="4781309"/>
              <a:ext cx="2258165" cy="18242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88900" cap="sq">
              <a:solidFill>
                <a:srgbClr val="FF7914"/>
              </a:solidFill>
              <a:prstDash val="solid"/>
              <a:miter lim="800000"/>
            </a:ln>
          </p:spPr>
          <p:txBody>
            <a:bodyPr lIns="25397" tIns="25397" rIns="25397" bIns="25397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696">
                <a:lnSpc>
                  <a:spcPct val="100000"/>
                </a:lnSpc>
                <a:spcBef>
                  <a:spcPct val="0"/>
                </a:spcBef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pPr>
              <a:endParaRPr sz="1600"/>
            </a:p>
          </p:txBody>
        </p:sp>
        <p:grpSp>
          <p:nvGrpSpPr>
            <p:cNvPr id="34" name="Shape21"/>
            <p:cNvGrpSpPr/>
            <p:nvPr>
              <p:custDataLst>
                <p:tags r:id="rId13"/>
              </p:custDataLst>
            </p:nvPr>
          </p:nvGrpSpPr>
          <p:grpSpPr>
            <a:xfrm>
              <a:off x="-3216475" y="-3293563"/>
              <a:ext cx="10434668" cy="8396487"/>
              <a:chOff x="-3216475" y="-3293563"/>
              <a:chExt cx="10434668" cy="8396487"/>
            </a:xfrm>
          </p:grpSpPr>
          <p:sp>
            <p:nvSpPr>
              <p:cNvPr id="35" name="Shape16">
                <a:extLst>
                  <a:ext uri="{FF2B5EF4-FFF2-40B4-BE49-F238E27FC236}">
                    <a16:creationId xmlns:a16="http://schemas.microsoft.com/office/drawing/2014/main" id="{6BA0F6C2-CCB3-914C-8D57-CFC3160A98FF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-3216475" y="-3293563"/>
                <a:ext cx="5388036" cy="4352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88900">
                <a:solidFill>
                  <a:srgbClr val="FF7914"/>
                </a:solidFill>
                <a:miter lim="400000"/>
              </a:ln>
            </p:spPr>
            <p:txBody>
              <a:bodyPr lIns="25397" tIns="25397" rIns="25397" bIns="25397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412696">
                  <a:lnSpc>
                    <a:spcPct val="100000"/>
                  </a:lnSpc>
                  <a:spcBef>
                    <a:spcPct val="0"/>
                  </a:spcBef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600"/>
              </a:p>
            </p:txBody>
          </p:sp>
          <p:sp>
            <p:nvSpPr>
              <p:cNvPr id="36" name="Shape18">
                <a:extLst>
                  <a:ext uri="{FF2B5EF4-FFF2-40B4-BE49-F238E27FC236}">
                    <a16:creationId xmlns:a16="http://schemas.microsoft.com/office/drawing/2014/main" id="{B3396636-D980-CB44-AC0C-AE2AB258355E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6419234" y="4457503"/>
                <a:ext cx="798958" cy="6454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7914"/>
              </a:solidFill>
              <a:ln w="190500" cap="sq">
                <a:noFill/>
                <a:prstDash val="solid"/>
                <a:miter lim="800000"/>
              </a:ln>
            </p:spPr>
            <p:txBody>
              <a:bodyPr lIns="25397" tIns="25397" rIns="25397" bIns="25397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412696">
                  <a:lnSpc>
                    <a:spcPct val="100000"/>
                  </a:lnSpc>
                  <a:spcBef>
                    <a:spcPct val="0"/>
                  </a:spcBef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600"/>
              </a:p>
            </p:txBody>
          </p:sp>
        </p:grpSp>
      </p:grpSp>
      <p:grpSp>
        <p:nvGrpSpPr>
          <p:cNvPr id="12" name="Shape22"/>
          <p:cNvGrpSpPr/>
          <p:nvPr>
            <p:custDataLst>
              <p:tags r:id="rId2"/>
            </p:custDataLst>
          </p:nvPr>
        </p:nvGrpSpPr>
        <p:grpSpPr>
          <a:xfrm>
            <a:off x="1070193" y="656793"/>
            <a:ext cx="1368830" cy="1260311"/>
            <a:chOff x="4551335" y="1864207"/>
            <a:chExt cx="1368830" cy="1260311"/>
          </a:xfrm>
        </p:grpSpPr>
        <p:grpSp>
          <p:nvGrpSpPr>
            <p:cNvPr id="14" name="Shape23"/>
            <p:cNvGrpSpPr/>
            <p:nvPr>
              <p:custDataLst>
                <p:tags r:id="rId6"/>
              </p:custDataLst>
            </p:nvPr>
          </p:nvGrpSpPr>
          <p:grpSpPr>
            <a:xfrm>
              <a:off x="4551335" y="1864445"/>
              <a:ext cx="1368830" cy="1259836"/>
              <a:chOff x="4776585" y="2585157"/>
              <a:chExt cx="1368830" cy="1259836"/>
            </a:xfrm>
          </p:grpSpPr>
          <p:sp>
            <p:nvSpPr>
              <p:cNvPr id="15" name="Shape24">
                <a:extLst>
                  <a:ext uri="{FF2B5EF4-FFF2-40B4-BE49-F238E27FC236}">
                    <a16:creationId xmlns:a16="http://schemas.microsoft.com/office/drawing/2014/main" id="{68BEBF52-2EDB-144D-B87A-8A2713360C1A}"/>
                  </a:ext>
                </a:extLst>
              </p:cNvPr>
              <p:cNvSpPr>
                <a:spLocks noChangeAspec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4776585" y="2585157"/>
                <a:ext cx="1368830" cy="12598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7914"/>
              </a:solidFill>
              <a:ln w="12700">
                <a:miter lim="400000"/>
              </a:ln>
            </p:spPr>
            <p:txBody>
              <a:bodyPr lIns="25397" tIns="25397" rIns="25397" bIns="25397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412696">
                  <a:lnSpc>
                    <a:spcPct val="100000"/>
                  </a:lnSpc>
                  <a:spcBef>
                    <a:spcPct val="0"/>
                  </a:spcBef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6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pic>
            <p:nvPicPr>
              <p:cNvPr id="17" name="Shape25"/>
              <p:cNvPicPr/>
              <p:nvPr>
                <p:custDataLst>
                  <p:tags r:id="rId8"/>
                </p:custDataLst>
              </p:nvPr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5227215" y="3179912"/>
                <a:ext cx="467571" cy="626970"/>
              </a:xfrm>
              <a:prstGeom prst="rect">
                <a:avLst/>
              </a:prstGeom>
            </p:spPr>
          </p:pic>
        </p:grpSp>
      </p:grpSp>
      <p:sp>
        <p:nvSpPr>
          <p:cNvPr id="25" name="Shape2">
            <a:extLst>
              <a:ext uri="{FF2B5EF4-FFF2-40B4-BE49-F238E27FC236}">
                <a16:creationId xmlns:a16="http://schemas.microsoft.com/office/drawing/2014/main" id="{79546769-0A39-1943-8FD5-63B3CD2892E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177007" y="4401233"/>
            <a:ext cx="6501382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 dirty="0" err="1">
                <a:solidFill>
                  <a:srgbClr val="FFFFFF"/>
                </a:solidFill>
                <a:latin typeface="+mn-lt"/>
              </a:rPr>
              <a:t>Як</a:t>
            </a:r>
            <a:r>
              <a:rPr sz="2000" dirty="0">
                <a:solidFill>
                  <a:srgbClr val="FFFFFF"/>
                </a:solidFill>
                <a:latin typeface="+mn-lt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би</a:t>
            </a:r>
            <a:r>
              <a:rPr sz="2000" dirty="0">
                <a:solidFill>
                  <a:srgbClr val="FFFFFF"/>
                </a:solidFill>
                <a:latin typeface="+mn-lt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ти</a:t>
            </a:r>
            <a:r>
              <a:rPr sz="2000" dirty="0">
                <a:solidFill>
                  <a:srgbClr val="FFFFFF"/>
                </a:solidFill>
                <a:latin typeface="+mn-lt"/>
              </a:rPr>
              <a:t> 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хотів</a:t>
            </a:r>
            <a:r>
              <a:rPr sz="2000" dirty="0">
                <a:solidFill>
                  <a:srgbClr val="FFFFFF"/>
                </a:solidFill>
                <a:latin typeface="+mn-lt"/>
              </a:rPr>
              <a:t>/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ла</a:t>
            </a:r>
            <a:r>
              <a:rPr sz="2000" dirty="0">
                <a:solidFill>
                  <a:srgbClr val="FFFFFF"/>
                </a:solidFill>
                <a:latin typeface="+mn-lt"/>
              </a:rPr>
              <a:t>,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щоб</a:t>
            </a:r>
            <a:r>
              <a:rPr sz="2000" dirty="0">
                <a:solidFill>
                  <a:srgbClr val="FFFFFF"/>
                </a:solidFill>
                <a:latin typeface="+mn-lt"/>
              </a:rPr>
              <a:t> 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були</a:t>
            </a:r>
            <a:r>
              <a:rPr sz="2000" dirty="0">
                <a:solidFill>
                  <a:srgbClr val="FFFFFF"/>
                </a:solidFill>
                <a:latin typeface="+mn-lt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твої</a:t>
            </a:r>
            <a:r>
              <a:rPr sz="2000" dirty="0">
                <a:solidFill>
                  <a:srgbClr val="FFFFFF"/>
                </a:solidFill>
                <a:latin typeface="+mn-lt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справи</a:t>
            </a:r>
            <a:r>
              <a:rPr sz="2000" dirty="0">
                <a:solidFill>
                  <a:srgbClr val="FFFFFF"/>
                </a:solidFill>
                <a:latin typeface="+mn-lt"/>
              </a:rPr>
              <a:t> з 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комп’ютером</a:t>
            </a:r>
            <a:r>
              <a:rPr sz="2000" dirty="0">
                <a:solidFill>
                  <a:srgbClr val="FFFFFF"/>
                </a:solidFill>
                <a:latin typeface="+mn-lt"/>
              </a:rPr>
              <a:t>?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Як</a:t>
            </a:r>
            <a:r>
              <a:rPr sz="2000" dirty="0">
                <a:solidFill>
                  <a:srgbClr val="FFFFFF"/>
                </a:solidFill>
                <a:latin typeface="+mn-lt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це</a:t>
            </a:r>
            <a:r>
              <a:rPr sz="2000" dirty="0">
                <a:solidFill>
                  <a:srgbClr val="FFFFFF"/>
                </a:solidFill>
                <a:latin typeface="+mn-lt"/>
              </a:rPr>
              <a:t> 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буде</a:t>
            </a:r>
            <a:r>
              <a:rPr sz="2000" dirty="0">
                <a:solidFill>
                  <a:srgbClr val="FFFFFF"/>
                </a:solidFill>
                <a:latin typeface="+mn-lt"/>
              </a:rPr>
              <a:t>? 
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Що</a:t>
            </a:r>
            <a:r>
              <a:rPr sz="2000" dirty="0">
                <a:solidFill>
                  <a:srgbClr val="FFFFFF"/>
                </a:solidFill>
                <a:latin typeface="+mn-lt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ти</a:t>
            </a:r>
            <a:r>
              <a:rPr sz="2000" dirty="0">
                <a:solidFill>
                  <a:srgbClr val="FFFFFF"/>
                </a:solidFill>
                <a:latin typeface="+mn-lt"/>
              </a:rPr>
              <a:t> 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хочеш</a:t>
            </a:r>
            <a:r>
              <a:rPr sz="2000" dirty="0">
                <a:solidFill>
                  <a:srgbClr val="FFFFFF"/>
                </a:solidFill>
                <a:latin typeface="+mn-lt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вміти</a:t>
            </a:r>
            <a:r>
              <a:rPr sz="2000" dirty="0">
                <a:solidFill>
                  <a:srgbClr val="FFFFFF"/>
                </a:solidFill>
                <a:latin typeface="+mn-lt"/>
              </a:rPr>
              <a:t> і 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знати</a:t>
            </a:r>
            <a:r>
              <a:rPr sz="2000" dirty="0">
                <a:solidFill>
                  <a:srgbClr val="FFFFFF"/>
                </a:solidFill>
                <a:latin typeface="+mn-lt"/>
              </a:rPr>
              <a:t>,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щоб</a:t>
            </a:r>
            <a:r>
              <a:rPr sz="2000" dirty="0">
                <a:solidFill>
                  <a:srgbClr val="FFFFFF"/>
                </a:solidFill>
                <a:latin typeface="+mn-lt"/>
              </a:rPr>
              <a:t> 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оцінити</a:t>
            </a:r>
            <a:r>
              <a:rPr sz="2000" dirty="0">
                <a:solidFill>
                  <a:srgbClr val="FFFFFF"/>
                </a:solidFill>
                <a:latin typeface="+mn-lt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свої</a:t>
            </a:r>
            <a:r>
              <a:rPr sz="2000" dirty="0">
                <a:solidFill>
                  <a:srgbClr val="FFFFFF"/>
                </a:solidFill>
                <a:latin typeface="+mn-lt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успіхи</a:t>
            </a:r>
            <a:r>
              <a:rPr sz="2000" dirty="0">
                <a:solidFill>
                  <a:srgbClr val="FFFFFF"/>
                </a:solidFill>
                <a:latin typeface="+mn-lt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на</a:t>
            </a:r>
            <a:r>
              <a:rPr sz="2000" dirty="0">
                <a:solidFill>
                  <a:srgbClr val="FFFFFF"/>
                </a:solidFill>
                <a:latin typeface="+mn-lt"/>
              </a:rPr>
              <a:t> 100 </a:t>
            </a:r>
            <a:r>
              <a:rPr sz="2000" dirty="0" err="1">
                <a:solidFill>
                  <a:srgbClr val="FFFFFF"/>
                </a:solidFill>
                <a:latin typeface="+mn-lt"/>
              </a:rPr>
              <a:t>зі</a:t>
            </a:r>
            <a:r>
              <a:rPr sz="2000" dirty="0">
                <a:solidFill>
                  <a:srgbClr val="FFFFFF"/>
                </a:solidFill>
                <a:latin typeface="+mn-lt"/>
              </a:rPr>
              <a:t> 100?</a:t>
            </a:r>
          </a:p>
        </p:txBody>
      </p:sp>
      <p:sp>
        <p:nvSpPr>
          <p:cNvPr id="18" name="Shape26">
            <a:extLst>
              <a:ext uri="{FF2B5EF4-FFF2-40B4-BE49-F238E27FC236}">
                <a16:creationId xmlns:a16="http://schemas.microsoft.com/office/drawing/2014/main" id="{9FB687ED-2A31-4B4B-A004-2270733A56D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77007" y="2473511"/>
            <a:ext cx="7107761" cy="10086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696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00" b="1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Були</a:t>
            </a:r>
            <a:r>
              <a:rPr lang="en-US" sz="4000" b="1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спроби</a:t>
            </a:r>
            <a:r>
              <a:rPr lang="en-US" sz="4000" b="1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
</a:t>
            </a:r>
            <a:r>
              <a:rPr lang="en-US" sz="4000" b="1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навчитися</a:t>
            </a:r>
            <a:r>
              <a:rPr lang="en-US" sz="4000" b="1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програмуванню</a:t>
            </a:r>
            <a:r>
              <a:rPr lang="en-US" sz="4000" b="1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?</a:t>
            </a:r>
          </a:p>
        </p:txBody>
      </p:sp>
      <p:sp>
        <p:nvSpPr>
          <p:cNvPr id="19" name="Shape27">
            <a:extLst>
              <a:ext uri="{FF2B5EF4-FFF2-40B4-BE49-F238E27FC236}">
                <a16:creationId xmlns:a16="http://schemas.microsoft.com/office/drawing/2014/main" id="{8B08B7B6-1E48-2F4D-9537-1168E51351F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178091" y="3692621"/>
            <a:ext cx="6785483" cy="529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696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Оціни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своє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знання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від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0 </a:t>
            </a: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до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10. </a:t>
            </a: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Що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 </a:t>
            </a: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заважає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поставити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
10? </a:t>
            </a: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Готовий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прийняти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мою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 </a:t>
            </a: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допомогу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в </a:t>
            </a: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цій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сфері</a:t>
            </a:r>
            <a:r>
              <a:rPr lang="en-US" sz="2100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?</a:t>
            </a:r>
          </a:p>
        </p:txBody>
      </p:sp>
      <p:pic>
        <p:nvPicPr>
          <p:cNvPr id="20" name="Picture 4" descr="Програмування">
            <a:extLst>
              <a:ext uri="{FF2B5EF4-FFF2-40B4-BE49-F238E27FC236}">
                <a16:creationId xmlns:a16="http://schemas.microsoft.com/office/drawing/2014/main" id="{F336E040-149E-4A14-8B2B-023C76BF2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840" y="3017618"/>
            <a:ext cx="5049350" cy="504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Shape54"/>
          <p:cNvGrpSpPr/>
          <p:nvPr>
            <p:custDataLst>
              <p:tags r:id="rId1"/>
            </p:custDataLst>
          </p:nvPr>
        </p:nvGrpSpPr>
        <p:grpSpPr>
          <a:xfrm>
            <a:off x="-2162421" y="-1503895"/>
            <a:ext cx="9865793" cy="9865792"/>
            <a:chOff x="-2797421" y="-2138895"/>
            <a:chExt cx="9865793" cy="9865792"/>
          </a:xfrm>
        </p:grpSpPr>
        <p:sp>
          <p:nvSpPr>
            <p:cNvPr id="69" name="Shape51">
              <a:extLst>
                <a:ext uri="{FF2B5EF4-FFF2-40B4-BE49-F238E27FC236}">
                  <a16:creationId xmlns:a16="http://schemas.microsoft.com/office/drawing/2014/main" id="{52885FA5-6F81-ED9A-B1BD-180C0AFB57A4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 rot="18900000">
              <a:off x="-2797421" y="-2138895"/>
              <a:ext cx="9865793" cy="9865792"/>
            </a:xfrm>
            <a:custGeom>
              <a:avLst/>
              <a:gdLst>
                <a:gd name="connsiteX0" fmla="*/ 4849338 w 9317484"/>
                <a:gd name="connsiteY0" fmla="*/ 0 h 9317483"/>
                <a:gd name="connsiteX1" fmla="*/ 9317484 w 9317484"/>
                <a:gd name="connsiteY1" fmla="*/ 4468146 h 9317483"/>
                <a:gd name="connsiteX2" fmla="*/ 9317483 w 9317484"/>
                <a:gd name="connsiteY2" fmla="*/ 9317483 h 9317483"/>
                <a:gd name="connsiteX3" fmla="*/ 4468145 w 9317484"/>
                <a:gd name="connsiteY3" fmla="*/ 9317483 h 9317483"/>
                <a:gd name="connsiteX4" fmla="*/ 0 w 9317484"/>
                <a:gd name="connsiteY4" fmla="*/ 4849338 h 931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17484" h="9317483">
                  <a:moveTo>
                    <a:pt x="4849338" y="0"/>
                  </a:moveTo>
                  <a:lnTo>
                    <a:pt x="9317484" y="4468146"/>
                  </a:lnTo>
                  <a:lnTo>
                    <a:pt x="9317483" y="9317483"/>
                  </a:lnTo>
                  <a:lnTo>
                    <a:pt x="4468145" y="9317483"/>
                  </a:lnTo>
                  <a:lnTo>
                    <a:pt x="0" y="4849338"/>
                  </a:lnTo>
                  <a:close/>
                </a:path>
              </a:pathLst>
            </a:custGeom>
            <a:solidFill>
              <a:srgbClr val="FF7914"/>
            </a:solidFill>
            <a:ln w="114300">
              <a:solidFill>
                <a:srgbClr val="FF7914"/>
              </a:solidFill>
              <a:miter lim="400000"/>
            </a:ln>
          </p:spPr>
          <p:txBody>
            <a:bodyPr wrap="square" lIns="25397" tIns="25397" rIns="25397" bIns="25397" anchor="ctr">
              <a:noAutofit/>
            </a:bodyPr>
            <a:lstStyle/>
            <a:p>
              <a:pPr defTabSz="412696"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pPr>
              <a:endParaRPr sz="1600"/>
            </a:p>
          </p:txBody>
        </p:sp>
        <p:sp>
          <p:nvSpPr>
            <p:cNvPr id="70" name="Shape53">
              <a:extLst>
                <a:ext uri="{FF2B5EF4-FFF2-40B4-BE49-F238E27FC236}">
                  <a16:creationId xmlns:a16="http://schemas.microsoft.com/office/drawing/2014/main" id="{8F9C718D-B82B-4882-C95F-7607C612526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 rot="18900000">
              <a:off x="-2652043" y="-613688"/>
              <a:ext cx="6815376" cy="6815375"/>
            </a:xfrm>
            <a:custGeom>
              <a:avLst/>
              <a:gdLst>
                <a:gd name="connsiteX0" fmla="*/ 4849338 w 6816264"/>
                <a:gd name="connsiteY0" fmla="*/ 0 h 6816263"/>
                <a:gd name="connsiteX1" fmla="*/ 6816264 w 6816264"/>
                <a:gd name="connsiteY1" fmla="*/ 1966926 h 6816263"/>
                <a:gd name="connsiteX2" fmla="*/ 6816263 w 6816264"/>
                <a:gd name="connsiteY2" fmla="*/ 6816263 h 6816263"/>
                <a:gd name="connsiteX3" fmla="*/ 1966925 w 6816264"/>
                <a:gd name="connsiteY3" fmla="*/ 6816263 h 6816263"/>
                <a:gd name="connsiteX4" fmla="*/ 0 w 6816264"/>
                <a:gd name="connsiteY4" fmla="*/ 4849338 h 681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6263" h="6816263">
                  <a:moveTo>
                    <a:pt x="4849338" y="0"/>
                  </a:moveTo>
                  <a:lnTo>
                    <a:pt x="6816264" y="1966926"/>
                  </a:lnTo>
                  <a:lnTo>
                    <a:pt x="6816263" y="6816263"/>
                  </a:lnTo>
                  <a:lnTo>
                    <a:pt x="1966925" y="6816263"/>
                  </a:lnTo>
                  <a:lnTo>
                    <a:pt x="0" y="484933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miter lim="400000"/>
            </a:ln>
          </p:spPr>
          <p:txBody>
            <a:bodyPr wrap="square" lIns="25397" tIns="25397" rIns="25397" bIns="25397" anchor="ctr">
              <a:noAutofit/>
            </a:bodyPr>
            <a:lstStyle/>
            <a:p>
              <a:pPr defTabSz="412696"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pPr>
              <a:endParaRPr sz="1600"/>
            </a:p>
          </p:txBody>
        </p:sp>
      </p:grpSp>
      <p:grpSp>
        <p:nvGrpSpPr>
          <p:cNvPr id="4" name="Shape55"/>
          <p:cNvGrpSpPr/>
          <p:nvPr>
            <p:custDataLst>
              <p:tags r:id="rId2"/>
            </p:custDataLst>
          </p:nvPr>
        </p:nvGrpSpPr>
        <p:grpSpPr>
          <a:xfrm>
            <a:off x="372701" y="1189738"/>
            <a:ext cx="809895" cy="1065802"/>
            <a:chOff x="5056053" y="2261099"/>
            <a:chExt cx="809895" cy="1065802"/>
          </a:xfrm>
        </p:grpSpPr>
        <p:sp>
          <p:nvSpPr>
            <p:cNvPr id="6" name="Shape56">
              <a:extLst>
                <a:ext uri="{FF2B5EF4-FFF2-40B4-BE49-F238E27FC236}">
                  <a16:creationId xmlns:a16="http://schemas.microsoft.com/office/drawing/2014/main" id="{8DC5A728-287D-384C-AB5A-86487A16C202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5173977" y="2261099"/>
              <a:ext cx="574047" cy="1065802"/>
            </a:xfrm>
            <a:custGeom>
              <a:avLst/>
              <a:gdLst>
                <a:gd name="connsiteX0" fmla="*/ 435271 w 602204"/>
                <a:gd name="connsiteY0" fmla="*/ 0 h 1118080"/>
                <a:gd name="connsiteX1" fmla="*/ 0 w 602204"/>
                <a:gd name="connsiteY1" fmla="*/ 618018 h 1118080"/>
                <a:gd name="connsiteX2" fmla="*/ 285750 w 602204"/>
                <a:gd name="connsiteY2" fmla="*/ 618018 h 1118080"/>
                <a:gd name="connsiteX3" fmla="*/ 114300 w 602204"/>
                <a:gd name="connsiteY3" fmla="*/ 1118080 h 1118080"/>
                <a:gd name="connsiteX4" fmla="*/ 602204 w 602204"/>
                <a:gd name="connsiteY4" fmla="*/ 441792 h 1118080"/>
                <a:gd name="connsiteX5" fmla="*/ 321834 w 602204"/>
                <a:gd name="connsiteY5" fmla="*/ 448927 h 1118080"/>
                <a:gd name="connsiteX6" fmla="*/ 435271 w 602204"/>
                <a:gd name="connsiteY6" fmla="*/ 0 h 1118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204" h="1118080">
                  <a:moveTo>
                    <a:pt x="435271" y="0"/>
                  </a:moveTo>
                  <a:lnTo>
                    <a:pt x="0" y="618018"/>
                  </a:lnTo>
                  <a:lnTo>
                    <a:pt x="285750" y="618018"/>
                  </a:lnTo>
                  <a:lnTo>
                    <a:pt x="114300" y="1118080"/>
                  </a:lnTo>
                  <a:lnTo>
                    <a:pt x="602204" y="441792"/>
                  </a:lnTo>
                  <a:lnTo>
                    <a:pt x="321834" y="448927"/>
                  </a:lnTo>
                  <a:lnTo>
                    <a:pt x="435271" y="0"/>
                  </a:lnTo>
                  <a:close/>
                </a:path>
              </a:pathLst>
            </a:custGeom>
            <a:solidFill>
              <a:srgbClr val="FFFFFF"/>
            </a:solidFill>
            <a:ln w="1143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600"/>
            </a:p>
          </p:txBody>
        </p:sp>
      </p:grpSp>
      <p:sp>
        <p:nvSpPr>
          <p:cNvPr id="48" name="Shape11">
            <a:extLst>
              <a:ext uri="{FF2B5EF4-FFF2-40B4-BE49-F238E27FC236}">
                <a16:creationId xmlns:a16="http://schemas.microsoft.com/office/drawing/2014/main" id="{39E7E296-408C-7D44-B3C2-0F878B8616E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85096" y="5425082"/>
            <a:ext cx="237550" cy="441047"/>
          </a:xfrm>
          <a:custGeom>
            <a:avLst/>
            <a:gdLst>
              <a:gd name="connsiteX0" fmla="*/ 435271 w 602204"/>
              <a:gd name="connsiteY0" fmla="*/ 0 h 1118080"/>
              <a:gd name="connsiteX1" fmla="*/ 0 w 602204"/>
              <a:gd name="connsiteY1" fmla="*/ 618018 h 1118080"/>
              <a:gd name="connsiteX2" fmla="*/ 285750 w 602204"/>
              <a:gd name="connsiteY2" fmla="*/ 618018 h 1118080"/>
              <a:gd name="connsiteX3" fmla="*/ 114300 w 602204"/>
              <a:gd name="connsiteY3" fmla="*/ 1118080 h 1118080"/>
              <a:gd name="connsiteX4" fmla="*/ 602204 w 602204"/>
              <a:gd name="connsiteY4" fmla="*/ 441792 h 1118080"/>
              <a:gd name="connsiteX5" fmla="*/ 321834 w 602204"/>
              <a:gd name="connsiteY5" fmla="*/ 448927 h 1118080"/>
              <a:gd name="connsiteX6" fmla="*/ 435271 w 602204"/>
              <a:gd name="connsiteY6" fmla="*/ 0 h 111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204" h="1118080">
                <a:moveTo>
                  <a:pt x="435271" y="0"/>
                </a:moveTo>
                <a:lnTo>
                  <a:pt x="0" y="618018"/>
                </a:lnTo>
                <a:lnTo>
                  <a:pt x="285750" y="618018"/>
                </a:lnTo>
                <a:lnTo>
                  <a:pt x="114300" y="1118080"/>
                </a:lnTo>
                <a:lnTo>
                  <a:pt x="602204" y="441792"/>
                </a:lnTo>
                <a:lnTo>
                  <a:pt x="321834" y="448927"/>
                </a:lnTo>
                <a:lnTo>
                  <a:pt x="435271" y="0"/>
                </a:lnTo>
                <a:close/>
              </a:path>
            </a:pathLst>
          </a:custGeom>
          <a:solidFill>
            <a:srgbClr val="000000"/>
          </a:solidFill>
          <a:ln w="38100">
            <a:solidFill>
              <a:srgbClr val="0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600"/>
          </a:p>
        </p:txBody>
      </p:sp>
      <p:sp>
        <p:nvSpPr>
          <p:cNvPr id="49" name="Shape13">
            <a:extLst>
              <a:ext uri="{FF2B5EF4-FFF2-40B4-BE49-F238E27FC236}">
                <a16:creationId xmlns:a16="http://schemas.microsoft.com/office/drawing/2014/main" id="{C3AA0795-13E9-024D-A19F-3987270AF78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990146" y="5543300"/>
            <a:ext cx="843375" cy="215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+mn-lt"/>
              </a:rPr>
              <a:t>Захищена</a:t>
            </a:r>
          </a:p>
        </p:txBody>
      </p:sp>
      <p:sp>
        <p:nvSpPr>
          <p:cNvPr id="50" name="Shape15">
            <a:extLst>
              <a:ext uri="{FF2B5EF4-FFF2-40B4-BE49-F238E27FC236}">
                <a16:creationId xmlns:a16="http://schemas.microsoft.com/office/drawing/2014/main" id="{39E7E296-408C-7D44-B3C2-0F878B8616E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613541" y="4314382"/>
            <a:ext cx="237550" cy="441047"/>
          </a:xfrm>
          <a:custGeom>
            <a:avLst/>
            <a:gdLst>
              <a:gd name="connsiteX0" fmla="*/ 435271 w 602204"/>
              <a:gd name="connsiteY0" fmla="*/ 0 h 1118080"/>
              <a:gd name="connsiteX1" fmla="*/ 0 w 602204"/>
              <a:gd name="connsiteY1" fmla="*/ 618018 h 1118080"/>
              <a:gd name="connsiteX2" fmla="*/ 285750 w 602204"/>
              <a:gd name="connsiteY2" fmla="*/ 618018 h 1118080"/>
              <a:gd name="connsiteX3" fmla="*/ 114300 w 602204"/>
              <a:gd name="connsiteY3" fmla="*/ 1118080 h 1118080"/>
              <a:gd name="connsiteX4" fmla="*/ 602204 w 602204"/>
              <a:gd name="connsiteY4" fmla="*/ 441792 h 1118080"/>
              <a:gd name="connsiteX5" fmla="*/ 321834 w 602204"/>
              <a:gd name="connsiteY5" fmla="*/ 448927 h 1118080"/>
              <a:gd name="connsiteX6" fmla="*/ 435271 w 602204"/>
              <a:gd name="connsiteY6" fmla="*/ 0 h 111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204" h="1118080">
                <a:moveTo>
                  <a:pt x="435271" y="0"/>
                </a:moveTo>
                <a:lnTo>
                  <a:pt x="0" y="618018"/>
                </a:lnTo>
                <a:lnTo>
                  <a:pt x="285750" y="618018"/>
                </a:lnTo>
                <a:lnTo>
                  <a:pt x="114300" y="1118080"/>
                </a:lnTo>
                <a:lnTo>
                  <a:pt x="602204" y="441792"/>
                </a:lnTo>
                <a:lnTo>
                  <a:pt x="321834" y="448927"/>
                </a:lnTo>
                <a:lnTo>
                  <a:pt x="435271" y="0"/>
                </a:lnTo>
                <a:close/>
              </a:path>
            </a:pathLst>
          </a:custGeom>
          <a:solidFill>
            <a:srgbClr val="000000"/>
          </a:solidFill>
          <a:ln w="38100">
            <a:solidFill>
              <a:srgbClr val="0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600"/>
          </a:p>
        </p:txBody>
      </p:sp>
      <p:sp>
        <p:nvSpPr>
          <p:cNvPr id="51" name="Shape17">
            <a:extLst>
              <a:ext uri="{FF2B5EF4-FFF2-40B4-BE49-F238E27FC236}">
                <a16:creationId xmlns:a16="http://schemas.microsoft.com/office/drawing/2014/main" id="{C3AA0795-13E9-024D-A19F-3987270AF78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9118592" y="4432600"/>
            <a:ext cx="670211" cy="215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+mn-lt"/>
              </a:rPr>
              <a:t>Надійна</a:t>
            </a:r>
          </a:p>
        </p:txBody>
      </p:sp>
      <p:sp>
        <p:nvSpPr>
          <p:cNvPr id="52" name="Shape19">
            <a:extLst>
              <a:ext uri="{FF2B5EF4-FFF2-40B4-BE49-F238E27FC236}">
                <a16:creationId xmlns:a16="http://schemas.microsoft.com/office/drawing/2014/main" id="{39E7E296-408C-7D44-B3C2-0F878B8616E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611783" y="3209124"/>
            <a:ext cx="237550" cy="441047"/>
          </a:xfrm>
          <a:custGeom>
            <a:avLst/>
            <a:gdLst>
              <a:gd name="connsiteX0" fmla="*/ 435271 w 602204"/>
              <a:gd name="connsiteY0" fmla="*/ 0 h 1118080"/>
              <a:gd name="connsiteX1" fmla="*/ 0 w 602204"/>
              <a:gd name="connsiteY1" fmla="*/ 618018 h 1118080"/>
              <a:gd name="connsiteX2" fmla="*/ 285750 w 602204"/>
              <a:gd name="connsiteY2" fmla="*/ 618018 h 1118080"/>
              <a:gd name="connsiteX3" fmla="*/ 114300 w 602204"/>
              <a:gd name="connsiteY3" fmla="*/ 1118080 h 1118080"/>
              <a:gd name="connsiteX4" fmla="*/ 602204 w 602204"/>
              <a:gd name="connsiteY4" fmla="*/ 441792 h 1118080"/>
              <a:gd name="connsiteX5" fmla="*/ 321834 w 602204"/>
              <a:gd name="connsiteY5" fmla="*/ 448927 h 1118080"/>
              <a:gd name="connsiteX6" fmla="*/ 435271 w 602204"/>
              <a:gd name="connsiteY6" fmla="*/ 0 h 111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204" h="1118080">
                <a:moveTo>
                  <a:pt x="435271" y="0"/>
                </a:moveTo>
                <a:lnTo>
                  <a:pt x="0" y="618018"/>
                </a:lnTo>
                <a:lnTo>
                  <a:pt x="285750" y="618018"/>
                </a:lnTo>
                <a:lnTo>
                  <a:pt x="114300" y="1118080"/>
                </a:lnTo>
                <a:lnTo>
                  <a:pt x="602204" y="441792"/>
                </a:lnTo>
                <a:lnTo>
                  <a:pt x="321834" y="448927"/>
                </a:lnTo>
                <a:lnTo>
                  <a:pt x="435271" y="0"/>
                </a:lnTo>
                <a:close/>
              </a:path>
            </a:pathLst>
          </a:custGeom>
          <a:solidFill>
            <a:srgbClr val="000000"/>
          </a:solidFill>
          <a:ln w="38100">
            <a:solidFill>
              <a:srgbClr val="0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600"/>
          </a:p>
        </p:txBody>
      </p:sp>
      <p:sp>
        <p:nvSpPr>
          <p:cNvPr id="53" name="Shape21">
            <a:extLst>
              <a:ext uri="{FF2B5EF4-FFF2-40B4-BE49-F238E27FC236}">
                <a16:creationId xmlns:a16="http://schemas.microsoft.com/office/drawing/2014/main" id="{A65BBDDE-32FE-E74F-9397-B0A2F6B069F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116834" y="3321900"/>
            <a:ext cx="1678734" cy="215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+mn-lt"/>
              </a:rPr>
              <a:t>Високопродуктивна</a:t>
            </a:r>
          </a:p>
        </p:txBody>
      </p:sp>
      <p:sp>
        <p:nvSpPr>
          <p:cNvPr id="54" name="Shape23">
            <a:extLst>
              <a:ext uri="{FF2B5EF4-FFF2-40B4-BE49-F238E27FC236}">
                <a16:creationId xmlns:a16="http://schemas.microsoft.com/office/drawing/2014/main" id="{39E7E296-408C-7D44-B3C2-0F878B8616E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613542" y="2092981"/>
            <a:ext cx="237550" cy="441047"/>
          </a:xfrm>
          <a:custGeom>
            <a:avLst/>
            <a:gdLst>
              <a:gd name="connsiteX0" fmla="*/ 435271 w 602204"/>
              <a:gd name="connsiteY0" fmla="*/ 0 h 1118080"/>
              <a:gd name="connsiteX1" fmla="*/ 0 w 602204"/>
              <a:gd name="connsiteY1" fmla="*/ 618018 h 1118080"/>
              <a:gd name="connsiteX2" fmla="*/ 285750 w 602204"/>
              <a:gd name="connsiteY2" fmla="*/ 618018 h 1118080"/>
              <a:gd name="connsiteX3" fmla="*/ 114300 w 602204"/>
              <a:gd name="connsiteY3" fmla="*/ 1118080 h 1118080"/>
              <a:gd name="connsiteX4" fmla="*/ 602204 w 602204"/>
              <a:gd name="connsiteY4" fmla="*/ 441792 h 1118080"/>
              <a:gd name="connsiteX5" fmla="*/ 321834 w 602204"/>
              <a:gd name="connsiteY5" fmla="*/ 448927 h 1118080"/>
              <a:gd name="connsiteX6" fmla="*/ 435271 w 602204"/>
              <a:gd name="connsiteY6" fmla="*/ 0 h 111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204" h="1118080">
                <a:moveTo>
                  <a:pt x="435271" y="0"/>
                </a:moveTo>
                <a:lnTo>
                  <a:pt x="0" y="618018"/>
                </a:lnTo>
                <a:lnTo>
                  <a:pt x="285750" y="618018"/>
                </a:lnTo>
                <a:lnTo>
                  <a:pt x="114300" y="1118080"/>
                </a:lnTo>
                <a:lnTo>
                  <a:pt x="602204" y="441792"/>
                </a:lnTo>
                <a:lnTo>
                  <a:pt x="321834" y="448927"/>
                </a:lnTo>
                <a:lnTo>
                  <a:pt x="435271" y="0"/>
                </a:lnTo>
                <a:close/>
              </a:path>
            </a:pathLst>
          </a:custGeom>
          <a:solidFill>
            <a:srgbClr val="000000"/>
          </a:solidFill>
          <a:ln w="38100">
            <a:solidFill>
              <a:srgbClr val="0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600"/>
          </a:p>
        </p:txBody>
      </p:sp>
      <p:sp>
        <p:nvSpPr>
          <p:cNvPr id="55" name="Shape25">
            <a:extLst>
              <a:ext uri="{FF2B5EF4-FFF2-40B4-BE49-F238E27FC236}">
                <a16:creationId xmlns:a16="http://schemas.microsoft.com/office/drawing/2014/main" id="{C3AA0795-13E9-024D-A19F-3987270AF78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9118591" y="2211224"/>
            <a:ext cx="847989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uk-UA" sz="1400" dirty="0">
                <a:solidFill>
                  <a:srgbClr val="000000"/>
                </a:solidFill>
              </a:rPr>
              <a:t>Актуальна</a:t>
            </a:r>
            <a:endParaRPr sz="1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6" name="Shape27">
            <a:extLst>
              <a:ext uri="{FF2B5EF4-FFF2-40B4-BE49-F238E27FC236}">
                <a16:creationId xmlns:a16="http://schemas.microsoft.com/office/drawing/2014/main" id="{39E7E296-408C-7D44-B3C2-0F878B8616E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485096" y="982281"/>
            <a:ext cx="237550" cy="441047"/>
          </a:xfrm>
          <a:custGeom>
            <a:avLst/>
            <a:gdLst>
              <a:gd name="connsiteX0" fmla="*/ 435271 w 602204"/>
              <a:gd name="connsiteY0" fmla="*/ 0 h 1118080"/>
              <a:gd name="connsiteX1" fmla="*/ 0 w 602204"/>
              <a:gd name="connsiteY1" fmla="*/ 618018 h 1118080"/>
              <a:gd name="connsiteX2" fmla="*/ 285750 w 602204"/>
              <a:gd name="connsiteY2" fmla="*/ 618018 h 1118080"/>
              <a:gd name="connsiteX3" fmla="*/ 114300 w 602204"/>
              <a:gd name="connsiteY3" fmla="*/ 1118080 h 1118080"/>
              <a:gd name="connsiteX4" fmla="*/ 602204 w 602204"/>
              <a:gd name="connsiteY4" fmla="*/ 441792 h 1118080"/>
              <a:gd name="connsiteX5" fmla="*/ 321834 w 602204"/>
              <a:gd name="connsiteY5" fmla="*/ 448927 h 1118080"/>
              <a:gd name="connsiteX6" fmla="*/ 435271 w 602204"/>
              <a:gd name="connsiteY6" fmla="*/ 0 h 111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204" h="1118080">
                <a:moveTo>
                  <a:pt x="435271" y="0"/>
                </a:moveTo>
                <a:lnTo>
                  <a:pt x="0" y="618018"/>
                </a:lnTo>
                <a:lnTo>
                  <a:pt x="285750" y="618018"/>
                </a:lnTo>
                <a:lnTo>
                  <a:pt x="114300" y="1118080"/>
                </a:lnTo>
                <a:lnTo>
                  <a:pt x="602204" y="441792"/>
                </a:lnTo>
                <a:lnTo>
                  <a:pt x="321834" y="448927"/>
                </a:lnTo>
                <a:lnTo>
                  <a:pt x="435271" y="0"/>
                </a:lnTo>
                <a:close/>
              </a:path>
            </a:pathLst>
          </a:custGeom>
          <a:solidFill>
            <a:srgbClr val="000000"/>
          </a:solidFill>
          <a:ln w="38100">
            <a:solidFill>
              <a:srgbClr val="0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600"/>
          </a:p>
        </p:txBody>
      </p:sp>
      <p:sp>
        <p:nvSpPr>
          <p:cNvPr id="57" name="Shape29">
            <a:extLst>
              <a:ext uri="{FF2B5EF4-FFF2-40B4-BE49-F238E27FC236}">
                <a16:creationId xmlns:a16="http://schemas.microsoft.com/office/drawing/2014/main" id="{C3AA0795-13E9-024D-A19F-3987270AF78C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990146" y="1100524"/>
            <a:ext cx="2200924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400" dirty="0" err="1">
                <a:solidFill>
                  <a:srgbClr val="000000"/>
                </a:solidFill>
                <a:latin typeface="+mn-lt"/>
              </a:rPr>
              <a:t>Незалежна</a:t>
            </a:r>
            <a:r>
              <a:rPr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+mn-lt"/>
              </a:rPr>
              <a:t>від</a:t>
            </a:r>
            <a:r>
              <a:rPr sz="1400" dirty="0">
                <a:solidFill>
                  <a:srgbClr val="000000"/>
                </a:solidFill>
                <a:latin typeface="+mn-lt"/>
              </a:rPr>
              <a:t> </a:t>
            </a:r>
            <a:r>
              <a:rPr lang="uk-UA" sz="1400" dirty="0">
                <a:solidFill>
                  <a:srgbClr val="000000"/>
                </a:solidFill>
                <a:latin typeface="+mn-lt"/>
              </a:rPr>
              <a:t>платформи</a:t>
            </a:r>
            <a:endParaRPr sz="1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8" name="Shape31">
            <a:extLst>
              <a:ext uri="{FF2B5EF4-FFF2-40B4-BE49-F238E27FC236}">
                <a16:creationId xmlns:a16="http://schemas.microsoft.com/office/drawing/2014/main" id="{39E7E296-408C-7D44-B3C2-0F878B8616E7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3870053" y="5430526"/>
            <a:ext cx="237550" cy="441047"/>
          </a:xfrm>
          <a:custGeom>
            <a:avLst/>
            <a:gdLst>
              <a:gd name="connsiteX0" fmla="*/ 435271 w 602204"/>
              <a:gd name="connsiteY0" fmla="*/ 0 h 1118080"/>
              <a:gd name="connsiteX1" fmla="*/ 0 w 602204"/>
              <a:gd name="connsiteY1" fmla="*/ 618018 h 1118080"/>
              <a:gd name="connsiteX2" fmla="*/ 285750 w 602204"/>
              <a:gd name="connsiteY2" fmla="*/ 618018 h 1118080"/>
              <a:gd name="connsiteX3" fmla="*/ 114300 w 602204"/>
              <a:gd name="connsiteY3" fmla="*/ 1118080 h 1118080"/>
              <a:gd name="connsiteX4" fmla="*/ 602204 w 602204"/>
              <a:gd name="connsiteY4" fmla="*/ 441792 h 1118080"/>
              <a:gd name="connsiteX5" fmla="*/ 321834 w 602204"/>
              <a:gd name="connsiteY5" fmla="*/ 448927 h 1118080"/>
              <a:gd name="connsiteX6" fmla="*/ 435271 w 602204"/>
              <a:gd name="connsiteY6" fmla="*/ 0 h 111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204" h="1118080">
                <a:moveTo>
                  <a:pt x="435271" y="0"/>
                </a:moveTo>
                <a:lnTo>
                  <a:pt x="0" y="618018"/>
                </a:lnTo>
                <a:lnTo>
                  <a:pt x="285750" y="618018"/>
                </a:lnTo>
                <a:lnTo>
                  <a:pt x="114300" y="1118080"/>
                </a:lnTo>
                <a:lnTo>
                  <a:pt x="602204" y="441792"/>
                </a:lnTo>
                <a:lnTo>
                  <a:pt x="321834" y="448927"/>
                </a:lnTo>
                <a:lnTo>
                  <a:pt x="435271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600"/>
          </a:p>
        </p:txBody>
      </p:sp>
      <p:sp>
        <p:nvSpPr>
          <p:cNvPr id="59" name="Shape33">
            <a:extLst>
              <a:ext uri="{FF2B5EF4-FFF2-40B4-BE49-F238E27FC236}">
                <a16:creationId xmlns:a16="http://schemas.microsoft.com/office/drawing/2014/main" id="{A65BBDDE-32FE-E74F-9397-B0A2F6B069FC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375103" y="5543326"/>
            <a:ext cx="537006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uk-UA" sz="1400" dirty="0">
                <a:solidFill>
                  <a:srgbClr val="000000"/>
                </a:solidFill>
              </a:rPr>
              <a:t>Цікава</a:t>
            </a:r>
            <a:endParaRPr sz="1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0" name="Shape35">
            <a:extLst>
              <a:ext uri="{FF2B5EF4-FFF2-40B4-BE49-F238E27FC236}">
                <a16:creationId xmlns:a16="http://schemas.microsoft.com/office/drawing/2014/main" id="{39E7E296-408C-7D44-B3C2-0F878B8616E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979028" y="4319825"/>
            <a:ext cx="237550" cy="441047"/>
          </a:xfrm>
          <a:custGeom>
            <a:avLst/>
            <a:gdLst>
              <a:gd name="connsiteX0" fmla="*/ 435271 w 602204"/>
              <a:gd name="connsiteY0" fmla="*/ 0 h 1118080"/>
              <a:gd name="connsiteX1" fmla="*/ 0 w 602204"/>
              <a:gd name="connsiteY1" fmla="*/ 618018 h 1118080"/>
              <a:gd name="connsiteX2" fmla="*/ 285750 w 602204"/>
              <a:gd name="connsiteY2" fmla="*/ 618018 h 1118080"/>
              <a:gd name="connsiteX3" fmla="*/ 114300 w 602204"/>
              <a:gd name="connsiteY3" fmla="*/ 1118080 h 1118080"/>
              <a:gd name="connsiteX4" fmla="*/ 602204 w 602204"/>
              <a:gd name="connsiteY4" fmla="*/ 441792 h 1118080"/>
              <a:gd name="connsiteX5" fmla="*/ 321834 w 602204"/>
              <a:gd name="connsiteY5" fmla="*/ 448927 h 1118080"/>
              <a:gd name="connsiteX6" fmla="*/ 435271 w 602204"/>
              <a:gd name="connsiteY6" fmla="*/ 0 h 111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204" h="1118080">
                <a:moveTo>
                  <a:pt x="435271" y="0"/>
                </a:moveTo>
                <a:lnTo>
                  <a:pt x="0" y="618018"/>
                </a:lnTo>
                <a:lnTo>
                  <a:pt x="285750" y="618018"/>
                </a:lnTo>
                <a:lnTo>
                  <a:pt x="114300" y="1118080"/>
                </a:lnTo>
                <a:lnTo>
                  <a:pt x="602204" y="441792"/>
                </a:lnTo>
                <a:lnTo>
                  <a:pt x="321834" y="448927"/>
                </a:lnTo>
                <a:lnTo>
                  <a:pt x="435271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600"/>
          </a:p>
        </p:txBody>
      </p:sp>
      <p:sp>
        <p:nvSpPr>
          <p:cNvPr id="61" name="Shape37">
            <a:extLst>
              <a:ext uri="{FF2B5EF4-FFF2-40B4-BE49-F238E27FC236}">
                <a16:creationId xmlns:a16="http://schemas.microsoft.com/office/drawing/2014/main" id="{A65BBDDE-32FE-E74F-9397-B0A2F6B069FC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484079" y="4432625"/>
            <a:ext cx="1130118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uk-UA" sz="1400" dirty="0">
                <a:solidFill>
                  <a:srgbClr val="000000"/>
                </a:solidFill>
                <a:latin typeface="+mn-lt"/>
              </a:rPr>
              <a:t>Оптимізована</a:t>
            </a:r>
            <a:endParaRPr sz="1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2" name="Shape39">
            <a:extLst>
              <a:ext uri="{FF2B5EF4-FFF2-40B4-BE49-F238E27FC236}">
                <a16:creationId xmlns:a16="http://schemas.microsoft.com/office/drawing/2014/main" id="{39E7E296-408C-7D44-B3C2-0F878B8616E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006799" y="3209124"/>
            <a:ext cx="237550" cy="441047"/>
          </a:xfrm>
          <a:custGeom>
            <a:avLst/>
            <a:gdLst>
              <a:gd name="connsiteX0" fmla="*/ 435271 w 602204"/>
              <a:gd name="connsiteY0" fmla="*/ 0 h 1118080"/>
              <a:gd name="connsiteX1" fmla="*/ 0 w 602204"/>
              <a:gd name="connsiteY1" fmla="*/ 618018 h 1118080"/>
              <a:gd name="connsiteX2" fmla="*/ 285750 w 602204"/>
              <a:gd name="connsiteY2" fmla="*/ 618018 h 1118080"/>
              <a:gd name="connsiteX3" fmla="*/ 114300 w 602204"/>
              <a:gd name="connsiteY3" fmla="*/ 1118080 h 1118080"/>
              <a:gd name="connsiteX4" fmla="*/ 602204 w 602204"/>
              <a:gd name="connsiteY4" fmla="*/ 441792 h 1118080"/>
              <a:gd name="connsiteX5" fmla="*/ 321834 w 602204"/>
              <a:gd name="connsiteY5" fmla="*/ 448927 h 1118080"/>
              <a:gd name="connsiteX6" fmla="*/ 435271 w 602204"/>
              <a:gd name="connsiteY6" fmla="*/ 0 h 111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204" h="1118080">
                <a:moveTo>
                  <a:pt x="435271" y="0"/>
                </a:moveTo>
                <a:lnTo>
                  <a:pt x="0" y="618018"/>
                </a:lnTo>
                <a:lnTo>
                  <a:pt x="285750" y="618018"/>
                </a:lnTo>
                <a:lnTo>
                  <a:pt x="114300" y="1118080"/>
                </a:lnTo>
                <a:lnTo>
                  <a:pt x="602204" y="441792"/>
                </a:lnTo>
                <a:lnTo>
                  <a:pt x="321834" y="448927"/>
                </a:lnTo>
                <a:lnTo>
                  <a:pt x="435271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600"/>
          </a:p>
        </p:txBody>
      </p:sp>
      <p:sp>
        <p:nvSpPr>
          <p:cNvPr id="63" name="Shape41">
            <a:extLst>
              <a:ext uri="{FF2B5EF4-FFF2-40B4-BE49-F238E27FC236}">
                <a16:creationId xmlns:a16="http://schemas.microsoft.com/office/drawing/2014/main" id="{A65BBDDE-32FE-E74F-9397-B0A2F6B069FC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511851" y="3321925"/>
            <a:ext cx="1800173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uk-UA" sz="1400" dirty="0">
                <a:solidFill>
                  <a:srgbClr val="000000"/>
                </a:solidFill>
                <a:latin typeface="+mn-lt"/>
              </a:rPr>
              <a:t>Має в</a:t>
            </a:r>
            <a:r>
              <a:rPr lang="uk-UA" sz="1400" dirty="0">
                <a:solidFill>
                  <a:srgbClr val="000000"/>
                </a:solidFill>
              </a:rPr>
              <a:t>елике </a:t>
            </a:r>
            <a:r>
              <a:rPr lang="uk-UA" sz="1400" dirty="0" err="1">
                <a:solidFill>
                  <a:srgbClr val="000000"/>
                </a:solidFill>
              </a:rPr>
              <a:t>ком’юніті</a:t>
            </a:r>
            <a:endParaRPr sz="1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4" name="Shape43">
            <a:extLst>
              <a:ext uri="{FF2B5EF4-FFF2-40B4-BE49-F238E27FC236}">
                <a16:creationId xmlns:a16="http://schemas.microsoft.com/office/drawing/2014/main" id="{39E7E296-408C-7D44-B3C2-0F878B8616E7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979028" y="2098424"/>
            <a:ext cx="237550" cy="441047"/>
          </a:xfrm>
          <a:custGeom>
            <a:avLst/>
            <a:gdLst>
              <a:gd name="connsiteX0" fmla="*/ 435271 w 602204"/>
              <a:gd name="connsiteY0" fmla="*/ 0 h 1118080"/>
              <a:gd name="connsiteX1" fmla="*/ 0 w 602204"/>
              <a:gd name="connsiteY1" fmla="*/ 618018 h 1118080"/>
              <a:gd name="connsiteX2" fmla="*/ 285750 w 602204"/>
              <a:gd name="connsiteY2" fmla="*/ 618018 h 1118080"/>
              <a:gd name="connsiteX3" fmla="*/ 114300 w 602204"/>
              <a:gd name="connsiteY3" fmla="*/ 1118080 h 1118080"/>
              <a:gd name="connsiteX4" fmla="*/ 602204 w 602204"/>
              <a:gd name="connsiteY4" fmla="*/ 441792 h 1118080"/>
              <a:gd name="connsiteX5" fmla="*/ 321834 w 602204"/>
              <a:gd name="connsiteY5" fmla="*/ 448927 h 1118080"/>
              <a:gd name="connsiteX6" fmla="*/ 435271 w 602204"/>
              <a:gd name="connsiteY6" fmla="*/ 0 h 111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204" h="1118080">
                <a:moveTo>
                  <a:pt x="435271" y="0"/>
                </a:moveTo>
                <a:lnTo>
                  <a:pt x="0" y="618018"/>
                </a:lnTo>
                <a:lnTo>
                  <a:pt x="285750" y="618018"/>
                </a:lnTo>
                <a:lnTo>
                  <a:pt x="114300" y="1118080"/>
                </a:lnTo>
                <a:lnTo>
                  <a:pt x="602204" y="441792"/>
                </a:lnTo>
                <a:lnTo>
                  <a:pt x="321834" y="448927"/>
                </a:lnTo>
                <a:lnTo>
                  <a:pt x="435271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600"/>
          </a:p>
        </p:txBody>
      </p:sp>
      <p:sp>
        <p:nvSpPr>
          <p:cNvPr id="65" name="Shape45">
            <a:extLst>
              <a:ext uri="{FF2B5EF4-FFF2-40B4-BE49-F238E27FC236}">
                <a16:creationId xmlns:a16="http://schemas.microsoft.com/office/drawing/2014/main" id="{A65BBDDE-32FE-E74F-9397-B0A2F6B069FC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5484079" y="2211200"/>
            <a:ext cx="1826244" cy="215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400" dirty="0" err="1">
                <a:solidFill>
                  <a:srgbClr val="000000"/>
                </a:solidFill>
                <a:latin typeface="+mn-lt"/>
              </a:rPr>
              <a:t>Об`єктно</a:t>
            </a:r>
            <a:r>
              <a:rPr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+mn-lt"/>
              </a:rPr>
              <a:t>оріентована</a:t>
            </a:r>
            <a:endParaRPr sz="1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6" name="Shape47">
            <a:extLst>
              <a:ext uri="{FF2B5EF4-FFF2-40B4-BE49-F238E27FC236}">
                <a16:creationId xmlns:a16="http://schemas.microsoft.com/office/drawing/2014/main" id="{39E7E296-408C-7D44-B3C2-0F878B8616E7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70053" y="987723"/>
            <a:ext cx="237550" cy="441047"/>
          </a:xfrm>
          <a:custGeom>
            <a:avLst/>
            <a:gdLst>
              <a:gd name="connsiteX0" fmla="*/ 435271 w 602204"/>
              <a:gd name="connsiteY0" fmla="*/ 0 h 1118080"/>
              <a:gd name="connsiteX1" fmla="*/ 0 w 602204"/>
              <a:gd name="connsiteY1" fmla="*/ 618018 h 1118080"/>
              <a:gd name="connsiteX2" fmla="*/ 285750 w 602204"/>
              <a:gd name="connsiteY2" fmla="*/ 618018 h 1118080"/>
              <a:gd name="connsiteX3" fmla="*/ 114300 w 602204"/>
              <a:gd name="connsiteY3" fmla="*/ 1118080 h 1118080"/>
              <a:gd name="connsiteX4" fmla="*/ 602204 w 602204"/>
              <a:gd name="connsiteY4" fmla="*/ 441792 h 1118080"/>
              <a:gd name="connsiteX5" fmla="*/ 321834 w 602204"/>
              <a:gd name="connsiteY5" fmla="*/ 448927 h 1118080"/>
              <a:gd name="connsiteX6" fmla="*/ 435271 w 602204"/>
              <a:gd name="connsiteY6" fmla="*/ 0 h 111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204" h="1118080">
                <a:moveTo>
                  <a:pt x="435271" y="0"/>
                </a:moveTo>
                <a:lnTo>
                  <a:pt x="0" y="618018"/>
                </a:lnTo>
                <a:lnTo>
                  <a:pt x="285750" y="618018"/>
                </a:lnTo>
                <a:lnTo>
                  <a:pt x="114300" y="1118080"/>
                </a:lnTo>
                <a:lnTo>
                  <a:pt x="602204" y="441792"/>
                </a:lnTo>
                <a:lnTo>
                  <a:pt x="321834" y="448927"/>
                </a:lnTo>
                <a:lnTo>
                  <a:pt x="435271" y="0"/>
                </a:lnTo>
                <a:close/>
              </a:path>
            </a:pathLst>
          </a:custGeom>
          <a:solidFill>
            <a:srgbClr val="FFFFFF"/>
          </a:solidFill>
          <a:ln w="38100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600"/>
          </a:p>
        </p:txBody>
      </p:sp>
      <p:sp>
        <p:nvSpPr>
          <p:cNvPr id="67" name="Shape49">
            <a:extLst>
              <a:ext uri="{FF2B5EF4-FFF2-40B4-BE49-F238E27FC236}">
                <a16:creationId xmlns:a16="http://schemas.microsoft.com/office/drawing/2014/main" id="{A65BBDDE-32FE-E74F-9397-B0A2F6B069FC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4375103" y="1100499"/>
            <a:ext cx="602869" cy="215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+mn-lt"/>
              </a:rPr>
              <a:t>Проста</a:t>
            </a:r>
          </a:p>
        </p:txBody>
      </p:sp>
      <p:sp>
        <p:nvSpPr>
          <p:cNvPr id="47" name="Shape57">
            <a:extLst>
              <a:ext uri="{FF2B5EF4-FFF2-40B4-BE49-F238E27FC236}">
                <a16:creationId xmlns:a16="http://schemas.microsoft.com/office/drawing/2014/main" id="{BAD9BA89-056D-D54D-A5FD-0C494D702848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372701" y="3389656"/>
            <a:ext cx="4087657" cy="78790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>
            <a:spAutoFit/>
          </a:bodyPr>
          <a:lstStyle/>
          <a:p>
            <a:pPr algn="l" defTabSz="412696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Unity </a:t>
            </a:r>
            <a:r>
              <a:rPr lang="en-US" sz="3200" b="1" dirty="0" err="1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як</a:t>
            </a:r>
            <a:r>
              <a:rPr lang="en-US" sz="3200" b="1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 </a:t>
            </a:r>
            <a:r>
              <a:rPr lang="uk-UA" sz="3200" b="1" dirty="0">
                <a:solidFill>
                  <a:srgbClr val="FFFFFF"/>
                </a:solidFill>
                <a:ea typeface="Play"/>
                <a:cs typeface="Play"/>
                <a:sym typeface="Play"/>
              </a:rPr>
              <a:t>двигун для</a:t>
            </a:r>
            <a:r>
              <a:rPr lang="en-US" sz="3200" b="1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 
</a:t>
            </a:r>
            <a:r>
              <a:rPr lang="uk-UA" sz="3200" b="1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розробки ігор</a:t>
            </a:r>
            <a:r>
              <a:rPr lang="en-US" sz="3200" b="1" dirty="0">
                <a:solidFill>
                  <a:srgbClr val="FFFFFF"/>
                </a:solidFill>
                <a:latin typeface="+mn-lt"/>
                <a:ea typeface="Play"/>
                <a:cs typeface="Play"/>
                <a:sym typeface="Play"/>
              </a:rPr>
              <a:t>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Shape32"/>
          <p:cNvGrpSpPr/>
          <p:nvPr>
            <p:custDataLst>
              <p:tags r:id="rId1"/>
            </p:custDataLst>
          </p:nvPr>
        </p:nvGrpSpPr>
        <p:grpSpPr>
          <a:xfrm>
            <a:off x="10175132" y="447"/>
            <a:ext cx="1951913" cy="2402818"/>
            <a:chOff x="9869583" y="-634553"/>
            <a:chExt cx="1622462" cy="2002070"/>
          </a:xfrm>
        </p:grpSpPr>
        <p:sp>
          <p:nvSpPr>
            <p:cNvPr id="42" name="Shape31">
              <a:extLst>
                <a:ext uri="{FF2B5EF4-FFF2-40B4-BE49-F238E27FC236}">
                  <a16:creationId xmlns:a16="http://schemas.microsoft.com/office/drawing/2014/main" id="{F9E8EB05-5DDB-BBC2-4809-4867E2D05ED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869583" y="-634553"/>
              <a:ext cx="1622462" cy="2002070"/>
            </a:xfrm>
            <a:custGeom>
              <a:avLst/>
              <a:gdLst>
                <a:gd name="connsiteX0" fmla="*/ 1373588 w 4215505"/>
                <a:gd name="connsiteY0" fmla="*/ 0 h 5201810"/>
                <a:gd name="connsiteX1" fmla="*/ 2716337 w 4215505"/>
                <a:gd name="connsiteY1" fmla="*/ 0 h 5201810"/>
                <a:gd name="connsiteX2" fmla="*/ 2505493 w 4215505"/>
                <a:gd name="connsiteY2" fmla="*/ 632413 h 5201810"/>
                <a:gd name="connsiteX3" fmla="*/ 4215505 w 4215505"/>
                <a:gd name="connsiteY3" fmla="*/ 632413 h 5201810"/>
                <a:gd name="connsiteX4" fmla="*/ 739860 w 4215505"/>
                <a:gd name="connsiteY4" fmla="*/ 5200681 h 5201810"/>
                <a:gd name="connsiteX5" fmla="*/ 1777148 w 4215505"/>
                <a:gd name="connsiteY5" fmla="*/ 1781562 h 5201810"/>
                <a:gd name="connsiteX6" fmla="*/ 0 w 4215505"/>
                <a:gd name="connsiteY6" fmla="*/ 1753235 h 520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505" h="5201810">
                  <a:moveTo>
                    <a:pt x="1373588" y="0"/>
                  </a:moveTo>
                  <a:lnTo>
                    <a:pt x="2716337" y="0"/>
                  </a:lnTo>
                  <a:lnTo>
                    <a:pt x="2505493" y="632413"/>
                  </a:lnTo>
                  <a:lnTo>
                    <a:pt x="4215505" y="632413"/>
                  </a:lnTo>
                  <a:cubicBezTo>
                    <a:pt x="4215505" y="632413"/>
                    <a:pt x="711952" y="5284896"/>
                    <a:pt x="739860" y="5200681"/>
                  </a:cubicBezTo>
                  <a:cubicBezTo>
                    <a:pt x="767964" y="5116849"/>
                    <a:pt x="1777148" y="1781562"/>
                    <a:pt x="1777148" y="1781562"/>
                  </a:cubicBezTo>
                  <a:lnTo>
                    <a:pt x="0" y="1753235"/>
                  </a:lnTo>
                  <a:close/>
                </a:path>
              </a:pathLst>
            </a:custGeom>
            <a:solidFill>
              <a:srgbClr val="000000"/>
            </a:solidFill>
            <a:ln w="12700">
              <a:miter lim="400000"/>
            </a:ln>
          </p:spPr>
          <p:txBody>
            <a:bodyPr wrap="square" lIns="25397" tIns="25397" rIns="25397" bIns="25397" anchor="ctr">
              <a:noAutofit/>
            </a:bodyPr>
            <a:lstStyle/>
            <a:p>
              <a:pPr defTabSz="412696"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pPr>
              <a:endParaRPr sz="1600"/>
            </a:p>
          </p:txBody>
        </p:sp>
      </p:grpSp>
      <p:sp>
        <p:nvSpPr>
          <p:cNvPr id="31" name="Shape11">
            <a:extLst>
              <a:ext uri="{FF2B5EF4-FFF2-40B4-BE49-F238E27FC236}">
                <a16:creationId xmlns:a16="http://schemas.microsoft.com/office/drawing/2014/main" id="{A2086C2E-BD35-C44D-B9A7-3D03935AEF0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536061" y="2100480"/>
            <a:ext cx="859738" cy="15489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397" tIns="25397" rIns="25397" bIns="25397" anchor="ctr">
            <a:noAutofit/>
          </a:bodyPr>
          <a:lstStyle/>
          <a:p>
            <a:pPr defTabSz="412696">
              <a:defRPr sz="3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endParaRPr/>
          </a:p>
        </p:txBody>
      </p:sp>
      <p:sp>
        <p:nvSpPr>
          <p:cNvPr id="32" name="Shape13">
            <a:extLst>
              <a:ext uri="{FF2B5EF4-FFF2-40B4-BE49-F238E27FC236}">
                <a16:creationId xmlns:a16="http://schemas.microsoft.com/office/drawing/2014/main" id="{1EE4135E-8D45-6F4D-823C-2ED8C3FC54A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505472" y="2407441"/>
            <a:ext cx="2460235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b="1" dirty="0">
                <a:solidFill>
                  <a:schemeClr val="tx1"/>
                </a:solidFill>
              </a:rPr>
              <a:t>2D/3D </a:t>
            </a:r>
            <a:r>
              <a:rPr lang="ru-RU" b="1" dirty="0" err="1">
                <a:solidFill>
                  <a:schemeClr val="tx1"/>
                </a:solidFill>
              </a:rPr>
              <a:t>Ігри</a:t>
            </a:r>
            <a:r>
              <a:rPr lang="ru-RU" b="1" dirty="0">
                <a:solidFill>
                  <a:schemeClr val="tx1"/>
                </a:solidFill>
              </a:rPr>
              <a:t>. </a:t>
            </a:r>
            <a:r>
              <a:rPr lang="ru-RU" dirty="0">
                <a:solidFill>
                  <a:schemeClr val="tx1"/>
                </a:solidFill>
              </a:rPr>
              <a:t>Широкий спектр </a:t>
            </a:r>
            <a:r>
              <a:rPr lang="ru-RU" dirty="0" err="1">
                <a:solidFill>
                  <a:schemeClr val="tx1"/>
                </a:solidFill>
              </a:rPr>
              <a:t>жанрів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від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мобільних</a:t>
            </a:r>
            <a:r>
              <a:rPr lang="ru-RU" dirty="0">
                <a:solidFill>
                  <a:schemeClr val="tx1"/>
                </a:solidFill>
              </a:rPr>
              <a:t> до AAA.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Shape15">
            <a:extLst>
              <a:ext uri="{FF2B5EF4-FFF2-40B4-BE49-F238E27FC236}">
                <a16:creationId xmlns:a16="http://schemas.microsoft.com/office/drawing/2014/main" id="{A2086C2E-BD35-C44D-B9A7-3D03935AEF0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91783" y="2097228"/>
            <a:ext cx="859738" cy="15489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397" tIns="25397" rIns="25397" bIns="25397" anchor="ctr">
            <a:noAutofit/>
          </a:bodyPr>
          <a:lstStyle/>
          <a:p>
            <a:pPr defTabSz="412696">
              <a:defRPr sz="3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endParaRPr/>
          </a:p>
        </p:txBody>
      </p:sp>
      <p:sp>
        <p:nvSpPr>
          <p:cNvPr id="34" name="Shape17">
            <a:extLst>
              <a:ext uri="{FF2B5EF4-FFF2-40B4-BE49-F238E27FC236}">
                <a16:creationId xmlns:a16="http://schemas.microsoft.com/office/drawing/2014/main" id="{1EE4135E-8D45-6F4D-823C-2ED8C3FC54A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32622" y="1853443"/>
            <a:ext cx="2492382" cy="1938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uk-UA" b="1" dirty="0">
                <a:solidFill>
                  <a:schemeClr val="tx1"/>
                </a:solidFill>
              </a:rPr>
              <a:t>Архітектура, інженерія, будівництво (</a:t>
            </a:r>
            <a:r>
              <a:rPr lang="en-US" b="1" dirty="0">
                <a:solidFill>
                  <a:schemeClr val="tx1"/>
                </a:solidFill>
              </a:rPr>
              <a:t>AEC)</a:t>
            </a:r>
            <a:r>
              <a:rPr lang="uk-UA" b="1" dirty="0">
                <a:solidFill>
                  <a:schemeClr val="tx1"/>
                </a:solidFill>
              </a:rPr>
              <a:t>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uk-UA" dirty="0">
                <a:solidFill>
                  <a:schemeClr val="tx1"/>
                </a:solidFill>
              </a:rPr>
              <a:t>Візуалізація, інтерактивні прогулянки, цифрові двійники.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5" name="Shape19">
            <a:extLst>
              <a:ext uri="{FF2B5EF4-FFF2-40B4-BE49-F238E27FC236}">
                <a16:creationId xmlns:a16="http://schemas.microsoft.com/office/drawing/2014/main" id="{A2086C2E-BD35-C44D-B9A7-3D03935AEF0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55053" y="4147773"/>
            <a:ext cx="859738" cy="15489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397" tIns="25397" rIns="25397" bIns="25397" anchor="ctr">
            <a:noAutofit/>
          </a:bodyPr>
          <a:lstStyle/>
          <a:p>
            <a:pPr defTabSz="412696">
              <a:defRPr sz="3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endParaRPr/>
          </a:p>
        </p:txBody>
      </p:sp>
      <p:sp>
        <p:nvSpPr>
          <p:cNvPr id="36" name="Shape21">
            <a:extLst>
              <a:ext uri="{FF2B5EF4-FFF2-40B4-BE49-F238E27FC236}">
                <a16:creationId xmlns:a16="http://schemas.microsoft.com/office/drawing/2014/main" id="{1EE4135E-8D45-6F4D-823C-2ED8C3FC54A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724466" y="3952758"/>
            <a:ext cx="2492382" cy="1938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b="1" dirty="0" err="1">
                <a:solidFill>
                  <a:schemeClr val="tx1"/>
                </a:solidFill>
              </a:rPr>
              <a:t>Автомобільна</a:t>
            </a:r>
            <a:r>
              <a:rPr lang="ru-RU" b="1" dirty="0">
                <a:solidFill>
                  <a:schemeClr val="tx1"/>
                </a:solidFill>
              </a:rPr>
              <a:t>, </a:t>
            </a:r>
            <a:r>
              <a:rPr lang="ru-RU" b="1" dirty="0" err="1">
                <a:solidFill>
                  <a:schemeClr val="tx1"/>
                </a:solidFill>
              </a:rPr>
              <a:t>транспортна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промисловість</a:t>
            </a:r>
            <a:r>
              <a:rPr lang="ru-RU" b="1" dirty="0">
                <a:solidFill>
                  <a:schemeClr val="tx1"/>
                </a:solidFill>
              </a:rPr>
              <a:t>, </a:t>
            </a:r>
            <a:r>
              <a:rPr lang="ru-RU" b="1" dirty="0" err="1">
                <a:solidFill>
                  <a:schemeClr val="tx1"/>
                </a:solidFill>
              </a:rPr>
              <a:t>виробництво</a:t>
            </a:r>
            <a:r>
              <a:rPr lang="ru-RU" b="1" dirty="0">
                <a:solidFill>
                  <a:schemeClr val="tx1"/>
                </a:solidFill>
              </a:rPr>
              <a:t> (ATM). </a:t>
            </a:r>
            <a:r>
              <a:rPr lang="ru-RU" dirty="0" err="1">
                <a:solidFill>
                  <a:schemeClr val="tx1"/>
                </a:solidFill>
              </a:rPr>
              <a:t>Прототипування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симуляція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навчання</a:t>
            </a:r>
            <a:r>
              <a:rPr lang="ru-RU" dirty="0">
                <a:solidFill>
                  <a:schemeClr val="tx1"/>
                </a:solidFill>
              </a:rPr>
              <a:t>, маркетинг.</a:t>
            </a:r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37" name="Shape23">
            <a:extLst>
              <a:ext uri="{FF2B5EF4-FFF2-40B4-BE49-F238E27FC236}">
                <a16:creationId xmlns:a16="http://schemas.microsoft.com/office/drawing/2014/main" id="{A2086C2E-BD35-C44D-B9A7-3D03935AEF0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510776" y="4147773"/>
            <a:ext cx="859738" cy="15489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397" tIns="25397" rIns="25397" bIns="25397" anchor="ctr">
            <a:noAutofit/>
          </a:bodyPr>
          <a:lstStyle/>
          <a:p>
            <a:pPr defTabSz="412696">
              <a:defRPr sz="3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endParaRPr/>
          </a:p>
        </p:txBody>
      </p:sp>
      <p:sp>
        <p:nvSpPr>
          <p:cNvPr id="38" name="Shape25">
            <a:extLst>
              <a:ext uri="{FF2B5EF4-FFF2-40B4-BE49-F238E27FC236}">
                <a16:creationId xmlns:a16="http://schemas.microsoft.com/office/drawing/2014/main" id="{1EE4135E-8D45-6F4D-823C-2ED8C3FC54A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480189" y="4454735"/>
            <a:ext cx="2786309" cy="1384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uk-UA" b="1" dirty="0">
                <a:solidFill>
                  <a:schemeClr val="tx1"/>
                </a:solidFill>
              </a:rPr>
              <a:t>Кіно, анімація та кінематографія.</a:t>
            </a:r>
            <a:r>
              <a:rPr lang="uk-UA" dirty="0">
                <a:solidFill>
                  <a:schemeClr val="tx1"/>
                </a:solidFill>
              </a:rPr>
              <a:t> Віртуальне виробництво, </a:t>
            </a:r>
            <a:r>
              <a:rPr lang="uk-UA" dirty="0" err="1">
                <a:solidFill>
                  <a:schemeClr val="tx1"/>
                </a:solidFill>
              </a:rPr>
              <a:t>превізуалізація</a:t>
            </a:r>
            <a:r>
              <a:rPr lang="uk-UA" dirty="0">
                <a:solidFill>
                  <a:schemeClr val="tx1"/>
                </a:solidFill>
              </a:rPr>
              <a:t>, інтерактивні можливості.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9" name="Shape27">
            <a:extLst>
              <a:ext uri="{FF2B5EF4-FFF2-40B4-BE49-F238E27FC236}">
                <a16:creationId xmlns:a16="http://schemas.microsoft.com/office/drawing/2014/main" id="{A2086C2E-BD35-C44D-B9A7-3D03935AEF08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266498" y="4147773"/>
            <a:ext cx="859738" cy="15489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397" tIns="25397" rIns="25397" bIns="25397" anchor="ctr">
            <a:noAutofit/>
          </a:bodyPr>
          <a:lstStyle/>
          <a:p>
            <a:pPr defTabSz="412696">
              <a:defRPr sz="3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endParaRPr dirty="0"/>
          </a:p>
        </p:txBody>
      </p:sp>
      <p:sp>
        <p:nvSpPr>
          <p:cNvPr id="40" name="Shape29">
            <a:extLst>
              <a:ext uri="{FF2B5EF4-FFF2-40B4-BE49-F238E27FC236}">
                <a16:creationId xmlns:a16="http://schemas.microsoft.com/office/drawing/2014/main" id="{1EE4135E-8D45-6F4D-823C-2ED8C3FC54A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9263889" y="4039237"/>
            <a:ext cx="1788918" cy="1938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ru-RU" b="1" dirty="0">
                <a:solidFill>
                  <a:schemeClr val="tx1"/>
                </a:solidFill>
              </a:rPr>
              <a:t>VR/AR </a:t>
            </a:r>
            <a:r>
              <a:rPr lang="ru-RU" dirty="0" err="1">
                <a:solidFill>
                  <a:schemeClr val="tx1"/>
                </a:solidFill>
              </a:rPr>
              <a:t>навчальні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програми</a:t>
            </a:r>
            <a:r>
              <a:rPr lang="ru-RU" dirty="0">
                <a:solidFill>
                  <a:schemeClr val="tx1"/>
                </a:solidFill>
              </a:rPr>
              <a:t> для </a:t>
            </a:r>
            <a:r>
              <a:rPr lang="ru-RU" dirty="0" err="1">
                <a:solidFill>
                  <a:schemeClr val="tx1"/>
                </a:solidFill>
              </a:rPr>
              <a:t>різних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галузей</a:t>
            </a:r>
            <a:r>
              <a:rPr lang="ru-RU" dirty="0">
                <a:solidFill>
                  <a:schemeClr val="tx1"/>
                </a:solidFill>
              </a:rPr>
              <a:t> (</a:t>
            </a:r>
            <a:r>
              <a:rPr lang="ru-RU" dirty="0" err="1">
                <a:solidFill>
                  <a:schemeClr val="tx1"/>
                </a:solidFill>
              </a:rPr>
              <a:t>наприклад</a:t>
            </a:r>
            <a:r>
              <a:rPr lang="ru-RU" dirty="0">
                <a:solidFill>
                  <a:schemeClr val="tx1"/>
                </a:solidFill>
              </a:rPr>
              <a:t>, медицина, </a:t>
            </a:r>
            <a:r>
              <a:rPr lang="ru-RU" dirty="0" err="1">
                <a:solidFill>
                  <a:schemeClr val="tx1"/>
                </a:solidFill>
              </a:rPr>
              <a:t>військова</a:t>
            </a:r>
            <a:r>
              <a:rPr lang="ru-RU" dirty="0">
                <a:solidFill>
                  <a:schemeClr val="tx1"/>
                </a:solidFill>
              </a:rPr>
              <a:t> справа).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hape33">
            <a:extLst>
              <a:ext uri="{FF2B5EF4-FFF2-40B4-BE49-F238E27FC236}">
                <a16:creationId xmlns:a16="http://schemas.microsoft.com/office/drawing/2014/main" id="{A8B957C0-C835-3640-9351-2BE87B56DD1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55053" y="472488"/>
            <a:ext cx="5309146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>
            <a:spAutoFit/>
          </a:bodyPr>
          <a:lstStyle/>
          <a:p>
            <a:r>
              <a:rPr lang="uk-UA" sz="4000" b="1" dirty="0"/>
              <a:t>Використання </a:t>
            </a:r>
            <a:r>
              <a:rPr lang="en-US" sz="4000" b="1" dirty="0"/>
              <a:t>Python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Shape41"/>
          <p:cNvGrpSpPr/>
          <p:nvPr>
            <p:custDataLst>
              <p:tags r:id="rId1"/>
            </p:custDataLst>
          </p:nvPr>
        </p:nvGrpSpPr>
        <p:grpSpPr>
          <a:xfrm>
            <a:off x="0" y="446"/>
            <a:ext cx="12192002" cy="6887721"/>
            <a:chOff x="-635000" y="-634554"/>
            <a:chExt cx="12192002" cy="6887721"/>
          </a:xfrm>
        </p:grpSpPr>
        <p:sp>
          <p:nvSpPr>
            <p:cNvPr id="63" name="Shape36">
              <a:extLst>
                <a:ext uri="{FF2B5EF4-FFF2-40B4-BE49-F238E27FC236}">
                  <a16:creationId xmlns:a16="http://schemas.microsoft.com/office/drawing/2014/main" id="{4B2DDEF7-1901-E02E-533C-33A3D022CC71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-635000" y="5680456"/>
              <a:ext cx="12192000" cy="542544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ru-RU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4" name="Shape38">
              <a:extLst>
                <a:ext uri="{FF2B5EF4-FFF2-40B4-BE49-F238E27FC236}">
                  <a16:creationId xmlns:a16="http://schemas.microsoft.com/office/drawing/2014/main" id="{1630D880-0061-3C28-8308-546CEDBB86F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199357" y="-634554"/>
              <a:ext cx="2357644" cy="1339149"/>
            </a:xfrm>
            <a:custGeom>
              <a:avLst/>
              <a:gdLst>
                <a:gd name="connsiteX0" fmla="*/ 609717 w 2357951"/>
                <a:gd name="connsiteY0" fmla="*/ 0 h 1339323"/>
                <a:gd name="connsiteX1" fmla="*/ 2357951 w 2357951"/>
                <a:gd name="connsiteY1" fmla="*/ 0 h 1339323"/>
                <a:gd name="connsiteX2" fmla="*/ 2357951 w 2357951"/>
                <a:gd name="connsiteY2" fmla="*/ 1339323 h 1339323"/>
                <a:gd name="connsiteX3" fmla="*/ 0 w 2357951"/>
                <a:gd name="connsiteY3" fmla="*/ 1338761 h 133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7951" h="1339323">
                  <a:moveTo>
                    <a:pt x="609717" y="0"/>
                  </a:moveTo>
                  <a:lnTo>
                    <a:pt x="2357951" y="0"/>
                  </a:lnTo>
                  <a:lnTo>
                    <a:pt x="2357951" y="1339323"/>
                  </a:lnTo>
                  <a:lnTo>
                    <a:pt x="0" y="1338761"/>
                  </a:lnTo>
                  <a:close/>
                </a:path>
              </a:pathLst>
            </a:custGeom>
            <a:solidFill>
              <a:srgbClr val="FF7914"/>
            </a:solidFill>
            <a:ln w="88900">
              <a:noFill/>
              <a:miter lim="400000"/>
            </a:ln>
            <a:extLst>
              <a:ext uri="{C572A759-6A51-4108-AA02-DFA0A04FC94B}">
  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397" tIns="25397" rIns="25397" bIns="25397" anchor="ctr">
              <a:noAutofit/>
            </a:bodyPr>
            <a:lstStyle>
              <a:defPPr>
                <a:defRPr lang="en-US"/>
              </a:defPPr>
              <a:lvl1pPr marL="0" algn="l" defTabSz="825500" rtl="0" eaLnBrk="1" latinLnBrk="0" hangingPunct="1">
                <a:defRPr sz="4500" kern="1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25417"/>
              <a:endParaRPr sz="2250"/>
            </a:p>
          </p:txBody>
        </p:sp>
        <p:sp>
          <p:nvSpPr>
            <p:cNvPr id="65" name="Shape40">
              <a:extLst>
                <a:ext uri="{FF2B5EF4-FFF2-40B4-BE49-F238E27FC236}">
                  <a16:creationId xmlns:a16="http://schemas.microsoft.com/office/drawing/2014/main" id="{9CAF6EB5-8303-4837-C7DE-B27FEC758FF9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5672462" y="3479602"/>
              <a:ext cx="5884538" cy="2773566"/>
            </a:xfrm>
            <a:custGeom>
              <a:avLst/>
              <a:gdLst>
                <a:gd name="connsiteX0" fmla="*/ 1263340 w 5885304"/>
                <a:gd name="connsiteY0" fmla="*/ 0 h 2773927"/>
                <a:gd name="connsiteX1" fmla="*/ 5885304 w 5885304"/>
                <a:gd name="connsiteY1" fmla="*/ 0 h 2773927"/>
                <a:gd name="connsiteX2" fmla="*/ 5885304 w 5885304"/>
                <a:gd name="connsiteY2" fmla="*/ 2773927 h 2773927"/>
                <a:gd name="connsiteX3" fmla="*/ 0 w 5885304"/>
                <a:gd name="connsiteY3" fmla="*/ 2773927 h 277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5304" h="2773927">
                  <a:moveTo>
                    <a:pt x="1263340" y="0"/>
                  </a:moveTo>
                  <a:lnTo>
                    <a:pt x="5885304" y="0"/>
                  </a:lnTo>
                  <a:lnTo>
                    <a:pt x="5885304" y="2773927"/>
                  </a:lnTo>
                  <a:lnTo>
                    <a:pt x="0" y="2773927"/>
                  </a:lnTo>
                  <a:close/>
                </a:path>
              </a:pathLst>
            </a:custGeom>
            <a:solidFill>
              <a:srgbClr val="FF7914"/>
            </a:solidFill>
            <a:ln w="88900">
              <a:noFill/>
              <a:miter lim="400000"/>
            </a:ln>
            <a:extLst>
              <a:ext uri="{C572A759-6A51-4108-AA02-DFA0A04FC94B}">
  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397" tIns="25397" rIns="25397" bIns="25397" anchor="ctr">
              <a:noAutofit/>
            </a:bodyPr>
            <a:lstStyle>
              <a:defPPr>
                <a:defRPr lang="en-US"/>
              </a:defPPr>
              <a:lvl1pPr marL="0" algn="l" defTabSz="825500" rtl="0" eaLnBrk="1" latinLnBrk="0" hangingPunct="1">
                <a:defRPr sz="4500" kern="1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25417"/>
              <a:endParaRPr sz="2250"/>
            </a:p>
          </p:txBody>
        </p:sp>
      </p:grpSp>
      <p:grpSp>
        <p:nvGrpSpPr>
          <p:cNvPr id="42" name="Shape43"/>
          <p:cNvGrpSpPr/>
          <p:nvPr>
            <p:custDataLst>
              <p:tags r:id="rId2"/>
            </p:custDataLst>
          </p:nvPr>
        </p:nvGrpSpPr>
        <p:grpSpPr>
          <a:xfrm>
            <a:off x="818882" y="3084028"/>
            <a:ext cx="864641" cy="532255"/>
            <a:chOff x="-68437" y="2401735"/>
            <a:chExt cx="864641" cy="532255"/>
          </a:xfrm>
        </p:grpSpPr>
        <p:sp>
          <p:nvSpPr>
            <p:cNvPr id="43" name="Shape6">
              <a:extLst>
                <a:ext uri="{FF2B5EF4-FFF2-40B4-BE49-F238E27FC236}">
                  <a16:creationId xmlns:a16="http://schemas.microsoft.com/office/drawing/2014/main" id="{EE8314D3-3B2F-174F-9310-DACF2AC5DDEE}"/>
                </a:ext>
              </a:extLst>
            </p:cNvPr>
            <p:cNvSpPr>
              <a:spLocks noChangeAspect="1"/>
            </p:cNvSpPr>
            <p:nvPr>
              <p:custDataLst>
                <p:tags r:id="rId21"/>
              </p:custDataLst>
            </p:nvPr>
          </p:nvSpPr>
          <p:spPr>
            <a:xfrm>
              <a:off x="-68437" y="2401735"/>
              <a:ext cx="864641" cy="532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594"/>
                  </a:moveTo>
                  <a:lnTo>
                    <a:pt x="6054" y="0"/>
                  </a:lnTo>
                  <a:lnTo>
                    <a:pt x="21600" y="0"/>
                  </a:lnTo>
                  <a:lnTo>
                    <a:pt x="15515" y="21600"/>
                  </a:lnTo>
                  <a:lnTo>
                    <a:pt x="0" y="21594"/>
                  </a:lnTo>
                  <a:close/>
                </a:path>
              </a:pathLst>
            </a:custGeom>
            <a:solidFill>
              <a:srgbClr val="000000"/>
            </a:solidFill>
            <a:ln w="88900">
              <a:noFill/>
              <a:miter lim="400000"/>
            </a:ln>
            <a:extLst>
              <a:ext uri="{C572A759-6A51-4108-AA02-DFA0A04FC94B}">
  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400" tIns="25400" rIns="25400" bIns="25400" anchor="ctr">
              <a:noAutofit/>
            </a:bodyPr>
            <a:lstStyle>
              <a:defPPr>
                <a:defRPr lang="en-US"/>
              </a:defPPr>
              <a:lvl1pPr marL="0" algn="l" defTabSz="825500" rtl="0" eaLnBrk="1" latinLnBrk="0" hangingPunct="1">
                <a:defRPr sz="4500" kern="1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250"/>
            </a:p>
          </p:txBody>
        </p:sp>
        <p:pic>
          <p:nvPicPr>
            <p:cNvPr id="44" name="Shape8"/>
            <p:cNvPicPr/>
            <p:nvPr>
              <p:custDataLst>
                <p:tags r:id="rId22"/>
              </p:custDataLst>
            </p:nvPr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83882" y="2487862"/>
              <a:ext cx="360000" cy="360000"/>
            </a:xfrm>
            <a:prstGeom prst="rect">
              <a:avLst/>
            </a:prstGeom>
          </p:spPr>
        </p:pic>
      </p:grpSp>
      <p:sp>
        <p:nvSpPr>
          <p:cNvPr id="45" name="Shape10">
            <a:extLst>
              <a:ext uri="{FF2B5EF4-FFF2-40B4-BE49-F238E27FC236}">
                <a16:creationId xmlns:a16="http://schemas.microsoft.com/office/drawing/2014/main" id="{70BA3B72-1F51-FE49-99FC-8EE259687CF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771683" y="2984756"/>
            <a:ext cx="1370568" cy="738664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dirty="0" err="1">
                <a:solidFill>
                  <a:srgbClr val="000000"/>
                </a:solidFill>
                <a:latin typeface="+mn-lt"/>
              </a:rPr>
              <a:t>Почати</a:t>
            </a:r>
            <a:r>
              <a:rPr sz="1600" dirty="0">
                <a:solidFill>
                  <a:srgbClr val="000000"/>
                </a:solidFill>
                <a:latin typeface="+mn-lt"/>
              </a:rPr>
              <a:t> 
</a:t>
            </a:r>
            <a:r>
              <a:rPr sz="1600" dirty="0" err="1">
                <a:solidFill>
                  <a:srgbClr val="000000"/>
                </a:solidFill>
                <a:latin typeface="+mn-lt"/>
              </a:rPr>
              <a:t>програмувати</a:t>
            </a:r>
            <a:r>
              <a:rPr sz="1600" dirty="0">
                <a:solidFill>
                  <a:srgbClr val="000000"/>
                </a:solidFill>
                <a:latin typeface="+mn-lt"/>
              </a:rPr>
              <a:t> 
</a:t>
            </a:r>
            <a:r>
              <a:rPr sz="1600" dirty="0" err="1">
                <a:solidFill>
                  <a:srgbClr val="000000"/>
                </a:solidFill>
                <a:latin typeface="+mn-lt"/>
              </a:rPr>
              <a:t>на</a:t>
            </a:r>
            <a:r>
              <a:rPr sz="1600" dirty="0">
                <a:solidFill>
                  <a:srgbClr val="000000"/>
                </a:solidFill>
                <a:latin typeface="+mn-lt"/>
              </a:rPr>
              <a:t> </a:t>
            </a:r>
            <a:r>
              <a:rPr lang="en-US" sz="1600" dirty="0">
                <a:solidFill>
                  <a:srgbClr val="000000"/>
                </a:solidFill>
              </a:rPr>
              <a:t>Unity</a:t>
            </a:r>
            <a:r>
              <a:rPr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+mn-lt"/>
              </a:rPr>
              <a:t>легко</a:t>
            </a:r>
            <a:endParaRPr sz="1600" dirty="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46" name="Shape44"/>
          <p:cNvGrpSpPr/>
          <p:nvPr>
            <p:custDataLst>
              <p:tags r:id="rId4"/>
            </p:custDataLst>
          </p:nvPr>
        </p:nvGrpSpPr>
        <p:grpSpPr>
          <a:xfrm>
            <a:off x="818882" y="4206049"/>
            <a:ext cx="864641" cy="532255"/>
            <a:chOff x="-68437" y="3523756"/>
            <a:chExt cx="864641" cy="532255"/>
          </a:xfrm>
        </p:grpSpPr>
        <p:sp>
          <p:nvSpPr>
            <p:cNvPr id="47" name="Shape12">
              <a:extLst>
                <a:ext uri="{FF2B5EF4-FFF2-40B4-BE49-F238E27FC236}">
                  <a16:creationId xmlns:a16="http://schemas.microsoft.com/office/drawing/2014/main" id="{EE8314D3-3B2F-174F-9310-DACF2AC5DDEE}"/>
                </a:ext>
              </a:extLst>
            </p:cNvPr>
            <p:cNvSpPr>
              <a:spLocks noChangeAspect="1"/>
            </p:cNvSpPr>
            <p:nvPr>
              <p:custDataLst>
                <p:tags r:id="rId19"/>
              </p:custDataLst>
            </p:nvPr>
          </p:nvSpPr>
          <p:spPr>
            <a:xfrm>
              <a:off x="-68437" y="3523756"/>
              <a:ext cx="864641" cy="532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594"/>
                  </a:moveTo>
                  <a:lnTo>
                    <a:pt x="6054" y="0"/>
                  </a:lnTo>
                  <a:lnTo>
                    <a:pt x="21600" y="0"/>
                  </a:lnTo>
                  <a:lnTo>
                    <a:pt x="15515" y="21600"/>
                  </a:lnTo>
                  <a:lnTo>
                    <a:pt x="0" y="21594"/>
                  </a:lnTo>
                  <a:close/>
                </a:path>
              </a:pathLst>
            </a:custGeom>
            <a:solidFill>
              <a:srgbClr val="000000"/>
            </a:solidFill>
            <a:ln w="88900">
              <a:noFill/>
              <a:miter lim="400000"/>
            </a:ln>
            <a:extLst>
              <a:ext uri="{C572A759-6A51-4108-AA02-DFA0A04FC94B}">
  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400" tIns="25400" rIns="25400" bIns="25400" anchor="ctr">
              <a:noAutofit/>
            </a:bodyPr>
            <a:lstStyle>
              <a:defPPr>
                <a:defRPr lang="en-US"/>
              </a:defPPr>
              <a:lvl1pPr marL="0" algn="l" defTabSz="825500" rtl="0" eaLnBrk="1" latinLnBrk="0" hangingPunct="1">
                <a:defRPr sz="4500" kern="1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250"/>
            </a:p>
          </p:txBody>
        </p:sp>
        <p:pic>
          <p:nvPicPr>
            <p:cNvPr id="48" name="Shape14"/>
            <p:cNvPicPr/>
            <p:nvPr>
              <p:custDataLst>
                <p:tags r:id="rId20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83882" y="3622087"/>
              <a:ext cx="360000" cy="335593"/>
            </a:xfrm>
            <a:prstGeom prst="rect">
              <a:avLst/>
            </a:prstGeom>
          </p:spPr>
        </p:pic>
      </p:grpSp>
      <p:sp>
        <p:nvSpPr>
          <p:cNvPr id="49" name="Shape16">
            <a:extLst>
              <a:ext uri="{FF2B5EF4-FFF2-40B4-BE49-F238E27FC236}">
                <a16:creationId xmlns:a16="http://schemas.microsoft.com/office/drawing/2014/main" id="{70BA3B72-1F51-FE49-99FC-8EE259687CF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771683" y="4106777"/>
            <a:ext cx="1730042" cy="492557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Маленький об’єм 
програмного коду</a:t>
            </a:r>
          </a:p>
        </p:txBody>
      </p:sp>
      <p:grpSp>
        <p:nvGrpSpPr>
          <p:cNvPr id="50" name="Shape45"/>
          <p:cNvGrpSpPr/>
          <p:nvPr>
            <p:custDataLst>
              <p:tags r:id="rId6"/>
            </p:custDataLst>
          </p:nvPr>
        </p:nvGrpSpPr>
        <p:grpSpPr>
          <a:xfrm>
            <a:off x="818882" y="5328071"/>
            <a:ext cx="864641" cy="532255"/>
            <a:chOff x="-68437" y="4645778"/>
            <a:chExt cx="864641" cy="532255"/>
          </a:xfrm>
        </p:grpSpPr>
        <p:sp>
          <p:nvSpPr>
            <p:cNvPr id="51" name="Shape18">
              <a:extLst>
                <a:ext uri="{FF2B5EF4-FFF2-40B4-BE49-F238E27FC236}">
                  <a16:creationId xmlns:a16="http://schemas.microsoft.com/office/drawing/2014/main" id="{EE8314D3-3B2F-174F-9310-DACF2AC5DDEE}"/>
                </a:ext>
              </a:extLst>
            </p:cNvPr>
            <p:cNvSpPr>
              <a:spLocks noChangeAspect="1"/>
            </p:cNvSpPr>
            <p:nvPr>
              <p:custDataLst>
                <p:tags r:id="rId17"/>
              </p:custDataLst>
            </p:nvPr>
          </p:nvSpPr>
          <p:spPr>
            <a:xfrm>
              <a:off x="-68437" y="4645778"/>
              <a:ext cx="864641" cy="532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594"/>
                  </a:moveTo>
                  <a:lnTo>
                    <a:pt x="6054" y="0"/>
                  </a:lnTo>
                  <a:lnTo>
                    <a:pt x="21600" y="0"/>
                  </a:lnTo>
                  <a:lnTo>
                    <a:pt x="15515" y="21600"/>
                  </a:lnTo>
                  <a:lnTo>
                    <a:pt x="0" y="21594"/>
                  </a:lnTo>
                  <a:close/>
                </a:path>
              </a:pathLst>
            </a:custGeom>
            <a:solidFill>
              <a:srgbClr val="000000"/>
            </a:solidFill>
            <a:ln w="88900">
              <a:noFill/>
              <a:miter lim="400000"/>
            </a:ln>
            <a:extLst>
              <a:ext uri="{C572A759-6A51-4108-AA02-DFA0A04FC94B}">
  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400" tIns="25400" rIns="25400" bIns="25400" anchor="ctr">
              <a:noAutofit/>
            </a:bodyPr>
            <a:lstStyle>
              <a:defPPr>
                <a:defRPr lang="en-US"/>
              </a:defPPr>
              <a:lvl1pPr marL="0" algn="l" defTabSz="825500" rtl="0" eaLnBrk="1" latinLnBrk="0" hangingPunct="1">
                <a:defRPr sz="4500" kern="1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250"/>
            </a:p>
          </p:txBody>
        </p:sp>
        <p:pic>
          <p:nvPicPr>
            <p:cNvPr id="52" name="Shape20"/>
            <p:cNvPicPr/>
            <p:nvPr>
              <p:custDataLst>
                <p:tags r:id="rId18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183882" y="4731905"/>
              <a:ext cx="360000" cy="360000"/>
            </a:xfrm>
            <a:prstGeom prst="rect">
              <a:avLst/>
            </a:prstGeom>
          </p:spPr>
        </p:pic>
      </p:grpSp>
      <p:sp>
        <p:nvSpPr>
          <p:cNvPr id="53" name="Shape22">
            <a:extLst>
              <a:ext uri="{FF2B5EF4-FFF2-40B4-BE49-F238E27FC236}">
                <a16:creationId xmlns:a16="http://schemas.microsoft.com/office/drawing/2014/main" id="{70BA3B72-1F51-FE49-99FC-8EE259687CF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771683" y="5228798"/>
            <a:ext cx="1730042" cy="738835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Висока 
ефективність 
програмного коду</a:t>
            </a:r>
          </a:p>
        </p:txBody>
      </p:sp>
      <p:grpSp>
        <p:nvGrpSpPr>
          <p:cNvPr id="54" name="Shape46"/>
          <p:cNvGrpSpPr/>
          <p:nvPr>
            <p:custDataLst>
              <p:tags r:id="rId8"/>
            </p:custDataLst>
          </p:nvPr>
        </p:nvGrpSpPr>
        <p:grpSpPr>
          <a:xfrm>
            <a:off x="4319701" y="3084028"/>
            <a:ext cx="864641" cy="532255"/>
            <a:chOff x="3432382" y="2401735"/>
            <a:chExt cx="864641" cy="532255"/>
          </a:xfrm>
        </p:grpSpPr>
        <p:sp>
          <p:nvSpPr>
            <p:cNvPr id="55" name="Shape24">
              <a:extLst>
                <a:ext uri="{FF2B5EF4-FFF2-40B4-BE49-F238E27FC236}">
                  <a16:creationId xmlns:a16="http://schemas.microsoft.com/office/drawing/2014/main" id="{EE8314D3-3B2F-174F-9310-DACF2AC5DDEE}"/>
                </a:ext>
              </a:extLst>
            </p:cNvPr>
            <p:cNvSpPr>
              <a:spLocks noChangeAspect="1"/>
            </p:cNvSpPr>
            <p:nvPr>
              <p:custDataLst>
                <p:tags r:id="rId15"/>
              </p:custDataLst>
            </p:nvPr>
          </p:nvSpPr>
          <p:spPr>
            <a:xfrm>
              <a:off x="3432382" y="2401735"/>
              <a:ext cx="864641" cy="532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594"/>
                  </a:moveTo>
                  <a:lnTo>
                    <a:pt x="6054" y="0"/>
                  </a:lnTo>
                  <a:lnTo>
                    <a:pt x="21600" y="0"/>
                  </a:lnTo>
                  <a:lnTo>
                    <a:pt x="15515" y="21600"/>
                  </a:lnTo>
                  <a:lnTo>
                    <a:pt x="0" y="21594"/>
                  </a:lnTo>
                  <a:close/>
                </a:path>
              </a:pathLst>
            </a:custGeom>
            <a:solidFill>
              <a:srgbClr val="000000"/>
            </a:solidFill>
            <a:ln w="88900">
              <a:noFill/>
              <a:miter lim="400000"/>
            </a:ln>
            <a:extLst>
              <a:ext uri="{C572A759-6A51-4108-AA02-DFA0A04FC94B}">
  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400" tIns="25400" rIns="25400" bIns="25400" anchor="ctr">
              <a:noAutofit/>
            </a:bodyPr>
            <a:lstStyle>
              <a:defPPr>
                <a:defRPr lang="en-US"/>
              </a:defPPr>
              <a:lvl1pPr marL="0" algn="l" defTabSz="825500" rtl="0" eaLnBrk="1" latinLnBrk="0" hangingPunct="1">
                <a:defRPr sz="4500" kern="1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250"/>
            </a:p>
          </p:txBody>
        </p:sp>
        <p:pic>
          <p:nvPicPr>
            <p:cNvPr id="56" name="Shape26"/>
            <p:cNvPicPr/>
            <p:nvPr>
              <p:custDataLst>
                <p:tags r:id="rId16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3684702" y="2487862"/>
              <a:ext cx="360000" cy="360000"/>
            </a:xfrm>
            <a:prstGeom prst="rect">
              <a:avLst/>
            </a:prstGeom>
          </p:spPr>
        </p:pic>
      </p:grpSp>
      <p:sp>
        <p:nvSpPr>
          <p:cNvPr id="57" name="Shape28">
            <a:extLst>
              <a:ext uri="{FF2B5EF4-FFF2-40B4-BE49-F238E27FC236}">
                <a16:creationId xmlns:a16="http://schemas.microsoft.com/office/drawing/2014/main" id="{70BA3B72-1F51-FE49-99FC-8EE259687CF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272502" y="2984756"/>
            <a:ext cx="1561687" cy="738835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 dirty="0" err="1">
                <a:solidFill>
                  <a:srgbClr val="000000"/>
                </a:solidFill>
                <a:latin typeface="+mn-lt"/>
              </a:rPr>
              <a:t>Додатки</a:t>
            </a:r>
            <a:r>
              <a:rPr sz="1600" dirty="0">
                <a:solidFill>
                  <a:srgbClr val="000000"/>
                </a:solidFill>
                <a:latin typeface="+mn-lt"/>
              </a:rPr>
              <a:t> 
</a:t>
            </a:r>
            <a:r>
              <a:rPr sz="1600" dirty="0" err="1">
                <a:solidFill>
                  <a:srgbClr val="000000"/>
                </a:solidFill>
                <a:latin typeface="+mn-lt"/>
              </a:rPr>
              <a:t>розробляються</a:t>
            </a:r>
            <a:r>
              <a:rPr sz="1600" dirty="0">
                <a:solidFill>
                  <a:srgbClr val="000000"/>
                </a:solidFill>
                <a:latin typeface="+mn-lt"/>
              </a:rPr>
              <a:t> 
</a:t>
            </a:r>
            <a:r>
              <a:rPr sz="1600" dirty="0" err="1">
                <a:solidFill>
                  <a:srgbClr val="000000"/>
                </a:solidFill>
                <a:latin typeface="+mn-lt"/>
              </a:rPr>
              <a:t>швидко</a:t>
            </a:r>
            <a:endParaRPr sz="1600" dirty="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58" name="Shape47"/>
          <p:cNvGrpSpPr/>
          <p:nvPr>
            <p:custDataLst>
              <p:tags r:id="rId10"/>
            </p:custDataLst>
          </p:nvPr>
        </p:nvGrpSpPr>
        <p:grpSpPr>
          <a:xfrm>
            <a:off x="4319701" y="4206049"/>
            <a:ext cx="864641" cy="532255"/>
            <a:chOff x="3432382" y="3523756"/>
            <a:chExt cx="864641" cy="532255"/>
          </a:xfrm>
        </p:grpSpPr>
        <p:sp>
          <p:nvSpPr>
            <p:cNvPr id="59" name="Shape30">
              <a:extLst>
                <a:ext uri="{FF2B5EF4-FFF2-40B4-BE49-F238E27FC236}">
                  <a16:creationId xmlns:a16="http://schemas.microsoft.com/office/drawing/2014/main" id="{EE8314D3-3B2F-174F-9310-DACF2AC5DDEE}"/>
                </a:ext>
              </a:extLst>
            </p:cNvPr>
            <p:cNvSpPr>
              <a:spLocks noChangeAspect="1"/>
            </p:cNvSpPr>
            <p:nvPr>
              <p:custDataLst>
                <p:tags r:id="rId13"/>
              </p:custDataLst>
            </p:nvPr>
          </p:nvSpPr>
          <p:spPr>
            <a:xfrm>
              <a:off x="3432382" y="3523756"/>
              <a:ext cx="864641" cy="532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594"/>
                  </a:moveTo>
                  <a:lnTo>
                    <a:pt x="6054" y="0"/>
                  </a:lnTo>
                  <a:lnTo>
                    <a:pt x="21600" y="0"/>
                  </a:lnTo>
                  <a:lnTo>
                    <a:pt x="15515" y="21600"/>
                  </a:lnTo>
                  <a:lnTo>
                    <a:pt x="0" y="21594"/>
                  </a:lnTo>
                  <a:close/>
                </a:path>
              </a:pathLst>
            </a:custGeom>
            <a:solidFill>
              <a:srgbClr val="000000"/>
            </a:solidFill>
            <a:ln w="88900">
              <a:noFill/>
              <a:miter lim="400000"/>
            </a:ln>
            <a:extLst>
              <a:ext uri="{C572A759-6A51-4108-AA02-DFA0A04FC94B}">
  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400" tIns="25400" rIns="25400" bIns="25400" anchor="ctr">
              <a:noAutofit/>
            </a:bodyPr>
            <a:lstStyle>
              <a:defPPr>
                <a:defRPr lang="en-US"/>
              </a:defPPr>
              <a:lvl1pPr marL="0" algn="l" defTabSz="825500" rtl="0" eaLnBrk="1" latinLnBrk="0" hangingPunct="1">
                <a:defRPr sz="4500" kern="1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250"/>
            </a:p>
          </p:txBody>
        </p:sp>
        <p:pic>
          <p:nvPicPr>
            <p:cNvPr id="60" name="Shape32"/>
            <p:cNvPicPr/>
            <p:nvPr>
              <p:custDataLst>
                <p:tags r:id="rId14"/>
              </p:custDataLst>
            </p:nvPr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3684702" y="3609883"/>
              <a:ext cx="360000" cy="360000"/>
            </a:xfrm>
            <a:prstGeom prst="rect">
              <a:avLst/>
            </a:prstGeom>
          </p:spPr>
        </p:pic>
      </p:grpSp>
      <p:sp>
        <p:nvSpPr>
          <p:cNvPr id="61" name="Shape34">
            <a:extLst>
              <a:ext uri="{FF2B5EF4-FFF2-40B4-BE49-F238E27FC236}">
                <a16:creationId xmlns:a16="http://schemas.microsoft.com/office/drawing/2014/main" id="{70BA3B72-1F51-FE49-99FC-8EE259687CF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272502" y="4106777"/>
            <a:ext cx="1887172" cy="738835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+mn-lt"/>
              </a:rPr>
              <a:t>Додатки 
не залежать 
від платформи і ОС</a:t>
            </a:r>
          </a:p>
        </p:txBody>
      </p:sp>
      <p:sp>
        <p:nvSpPr>
          <p:cNvPr id="5" name="Shape48"/>
          <p:cNvSpPr txBox="1"/>
          <p:nvPr>
            <p:custDataLst>
              <p:tags r:id="rId12"/>
            </p:custDataLst>
          </p:nvPr>
        </p:nvSpPr>
        <p:spPr>
          <a:xfrm>
            <a:off x="818882" y="530554"/>
            <a:ext cx="10222012" cy="1329595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12300" b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rPr lang="en-US" sz="5400" b="1" i="1" dirty="0" err="1">
                <a:solidFill>
                  <a:srgbClr val="000000"/>
                </a:solidFill>
                <a:latin typeface="+mn-lt"/>
              </a:rPr>
              <a:t>Переваги</a:t>
            </a:r>
            <a:r>
              <a:rPr lang="en-US" sz="5400" b="1" i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5400" b="1" i="1" dirty="0" err="1">
                <a:solidFill>
                  <a:srgbClr val="000000"/>
                </a:solidFill>
                <a:latin typeface="+mn-lt"/>
              </a:rPr>
              <a:t>програмування</a:t>
            </a:r>
            <a:r>
              <a:rPr lang="en-US" sz="5400" b="1" i="1" dirty="0">
                <a:solidFill>
                  <a:srgbClr val="000000"/>
                </a:solidFill>
                <a:latin typeface="+mn-lt"/>
              </a:rPr>
              <a:t> 
</a:t>
            </a:r>
            <a:r>
              <a:rPr lang="en-US" sz="5400" b="1" i="1" dirty="0" err="1">
                <a:solidFill>
                  <a:srgbClr val="000000"/>
                </a:solidFill>
                <a:latin typeface="+mn-lt"/>
              </a:rPr>
              <a:t>на</a:t>
            </a:r>
            <a:r>
              <a:rPr lang="en-US" sz="5400" b="1" i="1" dirty="0">
                <a:solidFill>
                  <a:srgbClr val="000000"/>
                </a:solidFill>
                <a:latin typeface="+mn-lt"/>
              </a:rPr>
              <a:t> Unity C#</a:t>
            </a:r>
          </a:p>
        </p:txBody>
      </p:sp>
      <p:pic>
        <p:nvPicPr>
          <p:cNvPr id="1026" name="Picture 2" descr="Человек-программист пишет код и делает веб-дизайн на пк в PNG, SVG">
            <a:extLst>
              <a:ext uri="{FF2B5EF4-FFF2-40B4-BE49-F238E27FC236}">
                <a16:creationId xmlns:a16="http://schemas.microsoft.com/office/drawing/2014/main" id="{B21C4F55-27F0-4BE1-A986-5C73067C2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239" y="1704146"/>
            <a:ext cx="4986742" cy="311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Shape0"/>
          <p:cNvGrpSpPr/>
          <p:nvPr>
            <p:custDataLst>
              <p:tags r:id="rId1"/>
            </p:custDataLst>
          </p:nvPr>
        </p:nvGrpSpPr>
        <p:grpSpPr>
          <a:xfrm>
            <a:off x="620490" y="-426742"/>
            <a:ext cx="9257719" cy="7894749"/>
            <a:chOff x="-14510" y="-1061742"/>
            <a:chExt cx="9257719" cy="7894749"/>
          </a:xfrm>
        </p:grpSpPr>
        <p:grpSp>
          <p:nvGrpSpPr>
            <p:cNvPr id="18" name="Shape1"/>
            <p:cNvGrpSpPr/>
            <p:nvPr>
              <p:custDataLst>
                <p:tags r:id="rId8"/>
              </p:custDataLst>
            </p:nvPr>
          </p:nvGrpSpPr>
          <p:grpSpPr>
            <a:xfrm>
              <a:off x="797291" y="230646"/>
              <a:ext cx="2970947" cy="1841819"/>
              <a:chOff x="797291" y="230646"/>
              <a:chExt cx="2970947" cy="1841819"/>
            </a:xfrm>
          </p:grpSpPr>
          <p:sp>
            <p:nvSpPr>
              <p:cNvPr id="19" name="Shape2"/>
              <p:cNvSpPr/>
              <p:nvPr>
                <p:custDataLst>
                  <p:tags r:id="rId13"/>
                </p:custDataLst>
              </p:nvPr>
            </p:nvSpPr>
            <p:spPr>
              <a:xfrm>
                <a:off x="3420428" y="230646"/>
                <a:ext cx="347809" cy="6753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83" extrusionOk="0">
                    <a:moveTo>
                      <a:pt x="19015" y="0"/>
                    </a:moveTo>
                    <a:lnTo>
                      <a:pt x="0" y="12374"/>
                    </a:lnTo>
                    <a:lnTo>
                      <a:pt x="9106" y="12448"/>
                    </a:lnTo>
                    <a:cubicBezTo>
                      <a:pt x="9106" y="12448"/>
                      <a:pt x="3935" y="21161"/>
                      <a:pt x="3791" y="21380"/>
                    </a:cubicBezTo>
                    <a:cubicBezTo>
                      <a:pt x="3648" y="21600"/>
                      <a:pt x="21600" y="9446"/>
                      <a:pt x="21600" y="9446"/>
                    </a:cubicBezTo>
                    <a:lnTo>
                      <a:pt x="12838" y="9446"/>
                    </a:lnTo>
                    <a:lnTo>
                      <a:pt x="19015" y="0"/>
                    </a:lnTo>
                    <a:close/>
                  </a:path>
                </a:pathLst>
              </a:custGeom>
              <a:solidFill>
                <a:srgbClr val="FF7914"/>
              </a:solidFill>
              <a:ln w="12700">
                <a:miter lim="400000"/>
              </a:ln>
            </p:spPr>
            <p:txBody>
              <a:bodyPr lIns="24255" tIns="24255" rIns="24255" bIns="24255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394163"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528"/>
              </a:p>
            </p:txBody>
          </p:sp>
          <p:sp>
            <p:nvSpPr>
              <p:cNvPr id="20" name="Shape3">
                <a:extLst>
                  <a:ext uri="{FF2B5EF4-FFF2-40B4-BE49-F238E27FC236}">
                    <a16:creationId xmlns:a16="http://schemas.microsoft.com/office/drawing/2014/main" id="{0BD2218B-9524-9C43-9EBB-28FCFC12D3ED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797291" y="599432"/>
                <a:ext cx="758625" cy="14730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83" extrusionOk="0">
                    <a:moveTo>
                      <a:pt x="19015" y="0"/>
                    </a:moveTo>
                    <a:lnTo>
                      <a:pt x="0" y="12374"/>
                    </a:lnTo>
                    <a:lnTo>
                      <a:pt x="9106" y="12448"/>
                    </a:lnTo>
                    <a:cubicBezTo>
                      <a:pt x="9106" y="12448"/>
                      <a:pt x="3935" y="21161"/>
                      <a:pt x="3791" y="21380"/>
                    </a:cubicBezTo>
                    <a:cubicBezTo>
                      <a:pt x="3648" y="21600"/>
                      <a:pt x="21600" y="9446"/>
                      <a:pt x="21600" y="9446"/>
                    </a:cubicBezTo>
                    <a:lnTo>
                      <a:pt x="12838" y="9446"/>
                    </a:lnTo>
                    <a:lnTo>
                      <a:pt x="19015" y="0"/>
                    </a:lnTo>
                    <a:close/>
                  </a:path>
                </a:pathLst>
              </a:custGeom>
              <a:ln w="44450">
                <a:solidFill>
                  <a:srgbClr val="FF7914"/>
                </a:solidFill>
                <a:miter lim="400000"/>
              </a:ln>
            </p:spPr>
            <p:txBody>
              <a:bodyPr lIns="24255" tIns="24255" rIns="24255" bIns="24255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394163"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528"/>
              </a:p>
            </p:txBody>
          </p:sp>
        </p:grpSp>
        <p:grpSp>
          <p:nvGrpSpPr>
            <p:cNvPr id="21" name="Shape4"/>
            <p:cNvGrpSpPr/>
            <p:nvPr>
              <p:custDataLst>
                <p:tags r:id="rId9"/>
              </p:custDataLst>
            </p:nvPr>
          </p:nvGrpSpPr>
          <p:grpSpPr>
            <a:xfrm>
              <a:off x="-14510" y="-1061742"/>
              <a:ext cx="9257719" cy="7894750"/>
              <a:chOff x="-14510" y="-1061742"/>
              <a:chExt cx="9257719" cy="7894750"/>
            </a:xfrm>
          </p:grpSpPr>
          <p:sp>
            <p:nvSpPr>
              <p:cNvPr id="22" name="Shape5"/>
              <p:cNvSpPr/>
              <p:nvPr>
                <p:custDataLst>
                  <p:tags r:id="rId10"/>
                </p:custDataLst>
              </p:nvPr>
            </p:nvSpPr>
            <p:spPr>
              <a:xfrm flipV="1">
                <a:off x="1678793" y="5275945"/>
                <a:ext cx="7564416" cy="0"/>
              </a:xfrm>
              <a:prstGeom prst="line">
                <a:avLst/>
              </a:prstGeom>
              <a:ln w="44450">
                <a:solidFill>
                  <a:srgbClr val="FF7914"/>
                </a:solidFill>
                <a:miter lim="400000"/>
              </a:ln>
            </p:spPr>
            <p:txBody>
              <a:bodyPr lIns="24255" tIns="24255" rIns="24255" bIns="24255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sz="582"/>
              </a:p>
            </p:txBody>
          </p:sp>
          <p:sp>
            <p:nvSpPr>
              <p:cNvPr id="23" name="Shape6"/>
              <p:cNvSpPr/>
              <p:nvPr>
                <p:custDataLst>
                  <p:tags r:id="rId11"/>
                </p:custDataLst>
              </p:nvPr>
            </p:nvSpPr>
            <p:spPr>
              <a:xfrm>
                <a:off x="441074" y="5177703"/>
                <a:ext cx="852498" cy="16553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83" extrusionOk="0">
                    <a:moveTo>
                      <a:pt x="19015" y="0"/>
                    </a:moveTo>
                    <a:lnTo>
                      <a:pt x="0" y="12374"/>
                    </a:lnTo>
                    <a:lnTo>
                      <a:pt x="9106" y="12448"/>
                    </a:lnTo>
                    <a:cubicBezTo>
                      <a:pt x="9106" y="12448"/>
                      <a:pt x="3935" y="21161"/>
                      <a:pt x="3791" y="21380"/>
                    </a:cubicBezTo>
                    <a:cubicBezTo>
                      <a:pt x="3648" y="21600"/>
                      <a:pt x="21600" y="9446"/>
                      <a:pt x="21600" y="9446"/>
                    </a:cubicBezTo>
                    <a:lnTo>
                      <a:pt x="12838" y="9446"/>
                    </a:lnTo>
                    <a:lnTo>
                      <a:pt x="19015" y="0"/>
                    </a:lnTo>
                    <a:close/>
                  </a:path>
                </a:pathLst>
              </a:custGeom>
              <a:solidFill>
                <a:srgbClr val="FF7914"/>
              </a:solidFill>
              <a:ln w="12700">
                <a:miter lim="400000"/>
              </a:ln>
            </p:spPr>
            <p:txBody>
              <a:bodyPr lIns="24255" tIns="24255" rIns="24255" bIns="24255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394163"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528"/>
              </a:p>
            </p:txBody>
          </p:sp>
          <p:sp>
            <p:nvSpPr>
              <p:cNvPr id="24" name="Shape7">
                <a:extLst>
                  <a:ext uri="{FF2B5EF4-FFF2-40B4-BE49-F238E27FC236}">
                    <a16:creationId xmlns:a16="http://schemas.microsoft.com/office/drawing/2014/main" id="{D29901FC-ECE8-3B4F-940C-60DC8850F746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-14510" y="-1061742"/>
                <a:ext cx="1678995" cy="3260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83" extrusionOk="0">
                    <a:moveTo>
                      <a:pt x="19015" y="0"/>
                    </a:moveTo>
                    <a:lnTo>
                      <a:pt x="0" y="12374"/>
                    </a:lnTo>
                    <a:lnTo>
                      <a:pt x="9106" y="12448"/>
                    </a:lnTo>
                    <a:cubicBezTo>
                      <a:pt x="9106" y="12448"/>
                      <a:pt x="3935" y="21161"/>
                      <a:pt x="3791" y="21380"/>
                    </a:cubicBezTo>
                    <a:cubicBezTo>
                      <a:pt x="3648" y="21600"/>
                      <a:pt x="21600" y="9446"/>
                      <a:pt x="21600" y="9446"/>
                    </a:cubicBezTo>
                    <a:lnTo>
                      <a:pt x="12838" y="9446"/>
                    </a:lnTo>
                    <a:lnTo>
                      <a:pt x="19015" y="0"/>
                    </a:lnTo>
                    <a:close/>
                  </a:path>
                </a:pathLst>
              </a:custGeom>
              <a:solidFill>
                <a:srgbClr val="FF7914"/>
              </a:solidFill>
              <a:ln w="12700">
                <a:miter lim="400000"/>
              </a:ln>
            </p:spPr>
            <p:txBody>
              <a:bodyPr lIns="24255" tIns="24255" rIns="24255" bIns="24255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394163"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528"/>
              </a:p>
            </p:txBody>
          </p:sp>
        </p:grpSp>
      </p:grpSp>
      <p:grpSp>
        <p:nvGrpSpPr>
          <p:cNvPr id="10" name="Shape9"/>
          <p:cNvGrpSpPr/>
          <p:nvPr>
            <p:custDataLst>
              <p:tags r:id="rId2"/>
            </p:custDataLst>
          </p:nvPr>
        </p:nvGrpSpPr>
        <p:grpSpPr>
          <a:xfrm>
            <a:off x="5520192" y="592311"/>
            <a:ext cx="1151618" cy="1151618"/>
            <a:chOff x="4885192" y="2003488"/>
            <a:chExt cx="1151618" cy="1151618"/>
          </a:xfrm>
        </p:grpSpPr>
        <p:pic>
          <p:nvPicPr>
            <p:cNvPr id="12" name="Shape10"/>
            <p:cNvPicPr/>
            <p:nvPr>
              <p:custDataLst>
                <p:tags r:id="rId7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885192" y="2003488"/>
              <a:ext cx="1151618" cy="1151618"/>
            </a:xfrm>
            <a:prstGeom prst="rect">
              <a:avLst/>
            </a:prstGeom>
          </p:spPr>
        </p:pic>
      </p:grpSp>
      <p:sp>
        <p:nvSpPr>
          <p:cNvPr id="13" name="Shape11">
            <a:extLst>
              <a:ext uri="{FF2B5EF4-FFF2-40B4-BE49-F238E27FC236}">
                <a16:creationId xmlns:a16="http://schemas.microsoft.com/office/drawing/2014/main" id="{3BDB0DD0-CC4C-4BB0-A19D-1A20610F965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770571" y="3145128"/>
            <a:ext cx="6650860" cy="13295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825500" rtl="0" fontAlgn="auto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5400" b="1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Play"/>
                <a:cs typeface="Play"/>
                <a:sym typeface="Play"/>
              </a:rPr>
              <a:t>Тема</a:t>
            </a: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Play"/>
                <a:cs typeface="Play"/>
                <a:sym typeface="Play"/>
              </a:rPr>
              <a:t> </a:t>
            </a:r>
            <a:r>
              <a:rPr kumimoji="0" lang="en-US" sz="5400" b="1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Play"/>
                <a:cs typeface="Play"/>
                <a:sym typeface="Play"/>
              </a:rPr>
              <a:t>уроку</a:t>
            </a: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Play"/>
                <a:cs typeface="Play"/>
                <a:sym typeface="Play"/>
              </a:rPr>
              <a:t>: 
</a:t>
            </a:r>
            <a:r>
              <a:rPr kumimoji="0" lang="en-US" sz="5400" b="1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Play"/>
                <a:cs typeface="Play"/>
                <a:sym typeface="Play"/>
              </a:rPr>
              <a:t>змінні</a:t>
            </a:r>
            <a:r>
              <a:rPr kumimoji="0" lang="en-US" sz="5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Play"/>
                <a:cs typeface="Play"/>
                <a:sym typeface="Play"/>
              </a:rPr>
              <a:t> й </a:t>
            </a:r>
            <a:r>
              <a:rPr kumimoji="0" lang="en-US" sz="5400" b="1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Play"/>
                <a:cs typeface="Play"/>
                <a:sym typeface="Play"/>
              </a:rPr>
              <a:t>платформа</a:t>
            </a:r>
            <a:endParaRPr kumimoji="0" lang="en-US" sz="54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Play"/>
              <a:cs typeface="Play"/>
              <a:sym typeface="Play"/>
            </a:endParaRPr>
          </a:p>
        </p:txBody>
      </p:sp>
      <p:pic>
        <p:nvPicPr>
          <p:cNvPr id="3078" name="Picture 6" descr="39,137 Programming Platform Icons - Free in SVG, PNG, ICO - IconScout">
            <a:extLst>
              <a:ext uri="{FF2B5EF4-FFF2-40B4-BE49-F238E27FC236}">
                <a16:creationId xmlns:a16="http://schemas.microsoft.com/office/drawing/2014/main" id="{2B2F6542-A9EB-4C87-B5CB-6EE2DB8AD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430" y="4788694"/>
            <a:ext cx="1748294" cy="174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6,167 Coding Illustrations - Free in SVG, PNG, EPS - IconScout">
            <a:extLst>
              <a:ext uri="{FF2B5EF4-FFF2-40B4-BE49-F238E27FC236}">
                <a16:creationId xmlns:a16="http://schemas.microsoft.com/office/drawing/2014/main" id="{9B4BD545-CB92-4C13-8745-0FFEB7082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5436" y="-515470"/>
            <a:ext cx="3260122" cy="3260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Shape2">
            <a:extLst>
              <a:ext uri="{FF2B5EF4-FFF2-40B4-BE49-F238E27FC236}">
                <a16:creationId xmlns:a16="http://schemas.microsoft.com/office/drawing/2014/main" id="{86CEC2DF-3197-41BB-9232-F1AD39D3272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408228" y="4987495"/>
            <a:ext cx="347809" cy="6753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rgbClr val="FF7914"/>
          </a:solidFill>
          <a:ln w="12700">
            <a:miter lim="400000"/>
          </a:ln>
        </p:spPr>
        <p:txBody>
          <a:bodyPr lIns="24255" tIns="24255" rIns="24255" bIns="2425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4163">
              <a:defRPr sz="3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endParaRPr sz="1528"/>
          </a:p>
        </p:txBody>
      </p:sp>
      <p:sp>
        <p:nvSpPr>
          <p:cNvPr id="26" name="Shape2">
            <a:extLst>
              <a:ext uri="{FF2B5EF4-FFF2-40B4-BE49-F238E27FC236}">
                <a16:creationId xmlns:a16="http://schemas.microsoft.com/office/drawing/2014/main" id="{E9FB6FF5-51D1-45F3-9111-B6A6B7776E5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80276" y="4987495"/>
            <a:ext cx="347809" cy="6753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rgbClr val="FF7914"/>
          </a:solidFill>
          <a:ln w="12700">
            <a:miter lim="400000"/>
          </a:ln>
        </p:spPr>
        <p:txBody>
          <a:bodyPr lIns="24255" tIns="24255" rIns="24255" bIns="2425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4163">
              <a:defRPr sz="3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endParaRPr sz="1528"/>
          </a:p>
        </p:txBody>
      </p:sp>
      <p:sp>
        <p:nvSpPr>
          <p:cNvPr id="27" name="Shape2">
            <a:extLst>
              <a:ext uri="{FF2B5EF4-FFF2-40B4-BE49-F238E27FC236}">
                <a16:creationId xmlns:a16="http://schemas.microsoft.com/office/drawing/2014/main" id="{E0F765B1-99EB-4039-B67A-F1AB7631CF7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263430" y="2964251"/>
            <a:ext cx="347809" cy="6753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rgbClr val="FF7914"/>
          </a:solidFill>
          <a:ln w="12700">
            <a:miter lim="400000"/>
          </a:ln>
        </p:spPr>
        <p:txBody>
          <a:bodyPr lIns="24255" tIns="24255" rIns="24255" bIns="2425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4163">
              <a:defRPr sz="3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endParaRPr sz="152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C04F842-2CD8-432C-8A49-7FE9779EC5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70B2758D-BDE6-4A0C-8780-38586BE0A2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4102" name="Picture 6" descr="Table Images (HD) - Download Royalty-Free Table Pictures">
            <a:extLst>
              <a:ext uri="{FF2B5EF4-FFF2-40B4-BE49-F238E27FC236}">
                <a16:creationId xmlns:a16="http://schemas.microsoft.com/office/drawing/2014/main" id="{E6C98CF6-C140-4A9F-B8A1-C75FED3D4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60424" cy="817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A5E7EF-44AA-405E-A2EE-4ABB72E280FC}"/>
              </a:ext>
            </a:extLst>
          </p:cNvPr>
          <p:cNvSpPr txBox="1"/>
          <p:nvPr/>
        </p:nvSpPr>
        <p:spPr>
          <a:xfrm>
            <a:off x="0" y="2765412"/>
            <a:ext cx="12260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План заняття</a:t>
            </a:r>
          </a:p>
        </p:txBody>
      </p:sp>
    </p:spTree>
    <p:extLst>
      <p:ext uri="{BB962C8B-B14F-4D97-AF65-F5344CB8AC3E}">
        <p14:creationId xmlns:p14="http://schemas.microsoft.com/office/powerpoint/2010/main" val="132620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Shape12"/>
          <p:cNvGrpSpPr/>
          <p:nvPr>
            <p:custDataLst>
              <p:tags r:id="rId1"/>
            </p:custDataLst>
          </p:nvPr>
        </p:nvGrpSpPr>
        <p:grpSpPr>
          <a:xfrm>
            <a:off x="189337" y="-166007"/>
            <a:ext cx="11374350" cy="8145743"/>
            <a:chOff x="-445663" y="-801007"/>
            <a:chExt cx="11374350" cy="8145743"/>
          </a:xfrm>
        </p:grpSpPr>
        <p:sp>
          <p:nvSpPr>
            <p:cNvPr id="22" name="Shape7">
              <a:extLst>
                <a:ext uri="{FF2B5EF4-FFF2-40B4-BE49-F238E27FC236}">
                  <a16:creationId xmlns:a16="http://schemas.microsoft.com/office/drawing/2014/main" id="{1232E571-7B96-2670-8D1E-8F14F79BE12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-445663" y="-801007"/>
              <a:ext cx="710748" cy="1380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83" extrusionOk="0">
                  <a:moveTo>
                    <a:pt x="19015" y="0"/>
                  </a:moveTo>
                  <a:lnTo>
                    <a:pt x="0" y="12374"/>
                  </a:lnTo>
                  <a:lnTo>
                    <a:pt x="9106" y="12448"/>
                  </a:lnTo>
                  <a:cubicBezTo>
                    <a:pt x="9106" y="12448"/>
                    <a:pt x="3935" y="21161"/>
                    <a:pt x="3791" y="21380"/>
                  </a:cubicBezTo>
                  <a:cubicBezTo>
                    <a:pt x="3648" y="21600"/>
                    <a:pt x="21600" y="9446"/>
                    <a:pt x="21600" y="9446"/>
                  </a:cubicBezTo>
                  <a:lnTo>
                    <a:pt x="12838" y="9446"/>
                  </a:lnTo>
                  <a:lnTo>
                    <a:pt x="19015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25397" tIns="25397" rIns="25397" bIns="25397" anchor="ctr">
              <a:noAutofit/>
            </a:bodyPr>
            <a:lstStyle/>
            <a:p>
              <a:pPr defTabSz="412696"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pPr>
              <a:endParaRPr sz="1600"/>
            </a:p>
          </p:txBody>
        </p:sp>
        <p:grpSp>
          <p:nvGrpSpPr>
            <p:cNvPr id="23" name="Shape13"/>
            <p:cNvGrpSpPr/>
            <p:nvPr>
              <p:custDataLst>
                <p:tags r:id="rId7"/>
              </p:custDataLst>
            </p:nvPr>
          </p:nvGrpSpPr>
          <p:grpSpPr>
            <a:xfrm>
              <a:off x="7523161" y="-335575"/>
              <a:ext cx="3405526" cy="7680312"/>
              <a:chOff x="7523161" y="-335575"/>
              <a:chExt cx="3405526" cy="7680312"/>
            </a:xfrm>
          </p:grpSpPr>
          <p:sp>
            <p:nvSpPr>
              <p:cNvPr id="24" name="Shape9">
                <a:extLst>
                  <a:ext uri="{FF2B5EF4-FFF2-40B4-BE49-F238E27FC236}">
                    <a16:creationId xmlns:a16="http://schemas.microsoft.com/office/drawing/2014/main" id="{AA7E4556-1E24-6A27-7172-C0AE4DCB0AAD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8970298" y="3542112"/>
                <a:ext cx="1958389" cy="38026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83" extrusionOk="0">
                    <a:moveTo>
                      <a:pt x="19015" y="0"/>
                    </a:moveTo>
                    <a:lnTo>
                      <a:pt x="0" y="12374"/>
                    </a:lnTo>
                    <a:lnTo>
                      <a:pt x="9106" y="12448"/>
                    </a:lnTo>
                    <a:cubicBezTo>
                      <a:pt x="9106" y="12448"/>
                      <a:pt x="3935" y="21161"/>
                      <a:pt x="3791" y="21380"/>
                    </a:cubicBezTo>
                    <a:cubicBezTo>
                      <a:pt x="3648" y="21600"/>
                      <a:pt x="21600" y="9446"/>
                      <a:pt x="21600" y="9446"/>
                    </a:cubicBezTo>
                    <a:lnTo>
                      <a:pt x="12838" y="9446"/>
                    </a:lnTo>
                    <a:lnTo>
                      <a:pt x="190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25397" tIns="25397" rIns="25397" bIns="25397" anchor="ctr"/>
              <a:lstStyle/>
              <a:p>
                <a:pPr defTabSz="412696"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600"/>
              </a:p>
            </p:txBody>
          </p:sp>
          <p:sp>
            <p:nvSpPr>
              <p:cNvPr id="25" name="Shape11">
                <a:extLst>
                  <a:ext uri="{FF2B5EF4-FFF2-40B4-BE49-F238E27FC236}">
                    <a16:creationId xmlns:a16="http://schemas.microsoft.com/office/drawing/2014/main" id="{4DDE9447-5F33-9B0A-A5C7-2802C2FBCF77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7523161" y="-335575"/>
                <a:ext cx="804420" cy="15619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83" extrusionOk="0">
                    <a:moveTo>
                      <a:pt x="19015" y="0"/>
                    </a:moveTo>
                    <a:lnTo>
                      <a:pt x="0" y="12374"/>
                    </a:lnTo>
                    <a:lnTo>
                      <a:pt x="9106" y="12448"/>
                    </a:lnTo>
                    <a:cubicBezTo>
                      <a:pt x="9106" y="12448"/>
                      <a:pt x="3935" y="21161"/>
                      <a:pt x="3791" y="21380"/>
                    </a:cubicBezTo>
                    <a:cubicBezTo>
                      <a:pt x="3648" y="21600"/>
                      <a:pt x="21600" y="9446"/>
                      <a:pt x="21600" y="9446"/>
                    </a:cubicBezTo>
                    <a:lnTo>
                      <a:pt x="12838" y="9446"/>
                    </a:lnTo>
                    <a:lnTo>
                      <a:pt x="19015" y="0"/>
                    </a:lnTo>
                    <a:close/>
                  </a:path>
                </a:pathLst>
              </a:custGeom>
              <a:ln w="63500">
                <a:solidFill>
                  <a:srgbClr val="FFFFFF"/>
                </a:solidFill>
                <a:miter lim="400000"/>
              </a:ln>
            </p:spPr>
            <p:txBody>
              <a:bodyPr lIns="25397" tIns="25397" rIns="25397" bIns="25397" anchor="ctr"/>
              <a:lstStyle/>
              <a:p>
                <a:pPr defTabSz="412696">
                  <a:defRPr sz="3200">
                    <a:solidFill>
                      <a:srgbClr val="FFFFFF"/>
                    </a:solidFill>
                    <a:latin typeface="Play"/>
                    <a:ea typeface="Play"/>
                    <a:cs typeface="Play"/>
                    <a:sym typeface="Play"/>
                  </a:defRPr>
                </a:pPr>
                <a:endParaRPr sz="1600"/>
              </a:p>
            </p:txBody>
          </p:sp>
        </p:grpSp>
      </p:grpSp>
      <p:grpSp>
        <p:nvGrpSpPr>
          <p:cNvPr id="9" name="Shape14"/>
          <p:cNvGrpSpPr/>
          <p:nvPr>
            <p:custDataLst>
              <p:tags r:id="rId2"/>
            </p:custDataLst>
          </p:nvPr>
        </p:nvGrpSpPr>
        <p:grpSpPr>
          <a:xfrm>
            <a:off x="837659" y="2967974"/>
            <a:ext cx="811314" cy="1380068"/>
            <a:chOff x="5055343" y="2103966"/>
            <a:chExt cx="811314" cy="1380068"/>
          </a:xfrm>
        </p:grpSpPr>
        <p:sp>
          <p:nvSpPr>
            <p:cNvPr id="11" name="Shape15">
              <a:extLst>
                <a:ext uri="{FF2B5EF4-FFF2-40B4-BE49-F238E27FC236}">
                  <a16:creationId xmlns:a16="http://schemas.microsoft.com/office/drawing/2014/main" id="{2F11CB0B-EB47-BB4C-A98B-2534A1EE38A1}"/>
                </a:ext>
              </a:extLst>
            </p:cNvPr>
            <p:cNvSpPr>
              <a:spLocks noChangeAspect="1"/>
            </p:cNvSpPr>
            <p:nvPr>
              <p:custDataLst>
                <p:tags r:id="rId5"/>
              </p:custDataLst>
            </p:nvPr>
          </p:nvSpPr>
          <p:spPr>
            <a:xfrm>
              <a:off x="5105625" y="2103966"/>
              <a:ext cx="710750" cy="1380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83" extrusionOk="0">
                  <a:moveTo>
                    <a:pt x="19015" y="0"/>
                  </a:moveTo>
                  <a:lnTo>
                    <a:pt x="0" y="12374"/>
                  </a:lnTo>
                  <a:lnTo>
                    <a:pt x="9106" y="12448"/>
                  </a:lnTo>
                  <a:cubicBezTo>
                    <a:pt x="9106" y="12448"/>
                    <a:pt x="3935" y="21161"/>
                    <a:pt x="3791" y="21380"/>
                  </a:cubicBezTo>
                  <a:cubicBezTo>
                    <a:pt x="3648" y="21600"/>
                    <a:pt x="21600" y="9446"/>
                    <a:pt x="21600" y="9446"/>
                  </a:cubicBezTo>
                  <a:lnTo>
                    <a:pt x="12838" y="9446"/>
                  </a:lnTo>
                  <a:lnTo>
                    <a:pt x="19015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25397" tIns="25397" rIns="25397" bIns="25397" anchor="ctr">
              <a:noAutofit/>
            </a:bodyPr>
            <a:lstStyle/>
            <a:p>
              <a:pPr algn="ctr" defTabSz="412696">
                <a:lnSpc>
                  <a:spcPct val="100000"/>
                </a:lnSpc>
                <a:spcBef>
                  <a:spcPct val="0"/>
                </a:spcBef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pPr>
              <a:endParaRPr sz="1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6" name="Shape16">
            <a:extLst>
              <a:ext uri="{FF2B5EF4-FFF2-40B4-BE49-F238E27FC236}">
                <a16:creationId xmlns:a16="http://schemas.microsoft.com/office/drawing/2014/main" id="{04FC3A3E-EED5-2F42-9484-14387E659B0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849923" y="3019261"/>
            <a:ext cx="4474677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000" dirty="0" err="1">
                <a:solidFill>
                  <a:srgbClr val="000000"/>
                </a:solidFill>
                <a:latin typeface="+mn-lt"/>
              </a:rPr>
              <a:t>Нам</a:t>
            </a:r>
            <a:r>
              <a:rPr lang="en-US" sz="4000" dirty="0">
                <a:solidFill>
                  <a:srgbClr val="000000"/>
                </a:solidFill>
                <a:latin typeface="+mn-lt"/>
              </a:rPr>
              <a:t> </a:t>
            </a:r>
            <a:r>
              <a:rPr lang="en-US" sz="4000" dirty="0" err="1">
                <a:solidFill>
                  <a:srgbClr val="000000"/>
                </a:solidFill>
                <a:latin typeface="+mn-lt"/>
              </a:rPr>
              <a:t>знадобиться</a:t>
            </a:r>
            <a:r>
              <a:rPr lang="en-US" sz="4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uk-UA" sz="4000" dirty="0">
                <a:solidFill>
                  <a:srgbClr val="000000"/>
                </a:solidFill>
              </a:rPr>
              <a:t>дві</a:t>
            </a:r>
            <a:r>
              <a:rPr lang="en-US" sz="4000" dirty="0">
                <a:solidFill>
                  <a:srgbClr val="000000"/>
                </a:solidFill>
                <a:latin typeface="+mn-lt"/>
              </a:rPr>
              <a:t>
</a:t>
            </a:r>
            <a:r>
              <a:rPr lang="en-US" sz="4000" dirty="0" err="1">
                <a:solidFill>
                  <a:srgbClr val="000000"/>
                </a:solidFill>
                <a:latin typeface="+mn-lt"/>
              </a:rPr>
              <a:t>програм</a:t>
            </a:r>
            <a:r>
              <a:rPr lang="uk-UA" sz="4000" dirty="0">
                <a:solidFill>
                  <a:srgbClr val="000000"/>
                </a:solidFill>
                <a:latin typeface="+mn-lt"/>
              </a:rPr>
              <a:t>и</a:t>
            </a:r>
            <a:r>
              <a:rPr lang="en-US" sz="4000" dirty="0">
                <a:solidFill>
                  <a:srgbClr val="000000"/>
                </a:solidFill>
                <a:latin typeface="+mn-lt"/>
              </a:rPr>
              <a:t>:</a:t>
            </a:r>
          </a:p>
        </p:txBody>
      </p:sp>
      <p:sp>
        <p:nvSpPr>
          <p:cNvPr id="12" name="Shape17">
            <a:extLst>
              <a:ext uri="{FF2B5EF4-FFF2-40B4-BE49-F238E27FC236}">
                <a16:creationId xmlns:a16="http://schemas.microsoft.com/office/drawing/2014/main" id="{6C6947D9-5AB4-9556-E62B-0E5EEFEF2AC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40365" y="1266583"/>
            <a:ext cx="3084178" cy="1058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600" b="1" dirty="0">
                <a:solidFill>
                  <a:srgbClr val="000000"/>
                </a:solidFill>
              </a:rPr>
              <a:t>Unity </a:t>
            </a:r>
            <a:endParaRPr lang="en-US" sz="86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AutoShape 6" descr="PyCharm">
            <a:extLst>
              <a:ext uri="{FF2B5EF4-FFF2-40B4-BE49-F238E27FC236}">
                <a16:creationId xmlns:a16="http://schemas.microsoft.com/office/drawing/2014/main" id="{855A93CC-F205-7BA9-BEE8-22E26E21A4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Shape6">
            <a:extLst>
              <a:ext uri="{FF2B5EF4-FFF2-40B4-BE49-F238E27FC236}">
                <a16:creationId xmlns:a16="http://schemas.microsoft.com/office/drawing/2014/main" id="{49CF6DBC-C969-41D1-8570-0E16E0C8A49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877948" y="592562"/>
            <a:ext cx="830847" cy="932556"/>
            <a:chOff x="5045577" y="2327722"/>
            <a:chExt cx="830847" cy="932556"/>
          </a:xfrm>
        </p:grpSpPr>
        <p:grpSp>
          <p:nvGrpSpPr>
            <p:cNvPr id="28" name="Shape7">
              <a:extLst>
                <a:ext uri="{FF2B5EF4-FFF2-40B4-BE49-F238E27FC236}">
                  <a16:creationId xmlns:a16="http://schemas.microsoft.com/office/drawing/2014/main" id="{C7044F8B-A8C7-48B2-AD0D-6410C730ECC2}"/>
                </a:ext>
              </a:extLst>
            </p:cNvPr>
            <p:cNvGrpSpPr/>
            <p:nvPr>
              <p:custDataLst>
                <p:tags r:id="rId15"/>
              </p:custDataLst>
            </p:nvPr>
          </p:nvGrpSpPr>
          <p:grpSpPr>
            <a:xfrm>
              <a:off x="5045577" y="2327722"/>
              <a:ext cx="830847" cy="932556"/>
              <a:chOff x="8777018" y="2646891"/>
              <a:chExt cx="830847" cy="932556"/>
            </a:xfrm>
          </p:grpSpPr>
          <p:sp>
            <p:nvSpPr>
              <p:cNvPr id="29" name="Shape8">
                <a:extLst>
                  <a:ext uri="{FF2B5EF4-FFF2-40B4-BE49-F238E27FC236}">
                    <a16:creationId xmlns:a16="http://schemas.microsoft.com/office/drawing/2014/main" id="{9B34439F-2754-4C8B-9E7B-7E15821132C7}"/>
                  </a:ext>
                </a:extLst>
              </p:cNvPr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>
              <a:xfrm rot="21147248" flipH="1">
                <a:off x="8777018" y="2646891"/>
                <a:ext cx="830847" cy="932556"/>
              </a:xfrm>
              <a:custGeom>
                <a:avLst/>
                <a:gdLst>
                  <a:gd name="connsiteX0" fmla="*/ 12664 w 580931"/>
                  <a:gd name="connsiteY0" fmla="*/ 623637 h 631614"/>
                  <a:gd name="connsiteX1" fmla="*/ 126726 w 580931"/>
                  <a:gd name="connsiteY1" fmla="*/ 161573 h 631614"/>
                  <a:gd name="connsiteX2" fmla="*/ 578847 w 580931"/>
                  <a:gd name="connsiteY2" fmla="*/ 0 h 631614"/>
                  <a:gd name="connsiteX3" fmla="*/ 482925 w 580931"/>
                  <a:gd name="connsiteY3" fmla="*/ 450118 h 631614"/>
                  <a:gd name="connsiteX4" fmla="*/ 12664 w 580931"/>
                  <a:gd name="connsiteY4" fmla="*/ 623637 h 63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0931" h="631614">
                    <a:moveTo>
                      <a:pt x="12664" y="623637"/>
                    </a:moveTo>
                    <a:cubicBezTo>
                      <a:pt x="-27442" y="585098"/>
                      <a:pt x="32362" y="265512"/>
                      <a:pt x="126726" y="161573"/>
                    </a:cubicBezTo>
                    <a:cubicBezTo>
                      <a:pt x="221090" y="57634"/>
                      <a:pt x="456497" y="497"/>
                      <a:pt x="578847" y="0"/>
                    </a:cubicBezTo>
                    <a:cubicBezTo>
                      <a:pt x="586441" y="113802"/>
                      <a:pt x="577289" y="346179"/>
                      <a:pt x="482925" y="450118"/>
                    </a:cubicBezTo>
                    <a:cubicBezTo>
                      <a:pt x="388561" y="554057"/>
                      <a:pt x="52770" y="662176"/>
                      <a:pt x="12664" y="623637"/>
                    </a:cubicBezTo>
                    <a:close/>
                  </a:path>
                </a:pathLst>
              </a:custGeom>
              <a:solidFill>
                <a:srgbClr val="00000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defRPr/>
                </a:pPr>
                <a:endParaRPr lang="ru-RU">
                  <a:solidFill>
                    <a:prstClr val="white"/>
                  </a:solidFill>
                  <a:latin typeface="Comfortaa"/>
                </a:endParaRPr>
              </a:p>
            </p:txBody>
          </p:sp>
          <p:pic>
            <p:nvPicPr>
              <p:cNvPr id="30" name="Shape9">
                <a:extLst>
                  <a:ext uri="{FF2B5EF4-FFF2-40B4-BE49-F238E27FC236}">
                    <a16:creationId xmlns:a16="http://schemas.microsoft.com/office/drawing/2014/main" id="{CBC5CFCA-9602-42B4-8C3E-7C5CE4959CED}"/>
                  </a:ext>
                </a:extLst>
              </p:cNvPr>
              <p:cNvPicPr/>
              <p:nvPr>
                <p:custDataLst>
                  <p:tags r:id="rId17"/>
                </p:custDataLst>
              </p:nvPr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9019651" y="2937450"/>
                <a:ext cx="345583" cy="351440"/>
              </a:xfrm>
              <a:prstGeom prst="rect">
                <a:avLst/>
              </a:prstGeom>
            </p:spPr>
          </p:pic>
        </p:grpSp>
      </p:grpSp>
      <p:sp>
        <p:nvSpPr>
          <p:cNvPr id="42" name="Shape11">
            <a:extLst>
              <a:ext uri="{FF2B5EF4-FFF2-40B4-BE49-F238E27FC236}">
                <a16:creationId xmlns:a16="http://schemas.microsoft.com/office/drawing/2014/main" id="{1AB6420C-D2AF-4AE1-8A58-BBD2DE29B4F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501569" y="-1005377"/>
            <a:ext cx="1624645" cy="22871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397" tIns="25397" rIns="25397" bIns="25397" anchor="ctr">
            <a:noAutofit/>
          </a:bodyPr>
          <a:lstStyle/>
          <a:p>
            <a:pPr defTabSz="412696">
              <a:defRPr sz="3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endParaRPr/>
          </a:p>
        </p:txBody>
      </p:sp>
      <p:sp>
        <p:nvSpPr>
          <p:cNvPr id="35" name="Shape11">
            <a:extLst>
              <a:ext uri="{FF2B5EF4-FFF2-40B4-BE49-F238E27FC236}">
                <a16:creationId xmlns:a16="http://schemas.microsoft.com/office/drawing/2014/main" id="{3A8658C4-C361-474F-B479-53ACD340CB1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-554119" y="5394187"/>
            <a:ext cx="1624645" cy="22871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3" extrusionOk="0">
                <a:moveTo>
                  <a:pt x="19015" y="0"/>
                </a:moveTo>
                <a:lnTo>
                  <a:pt x="0" y="12374"/>
                </a:lnTo>
                <a:lnTo>
                  <a:pt x="9106" y="12448"/>
                </a:lnTo>
                <a:cubicBezTo>
                  <a:pt x="9106" y="12448"/>
                  <a:pt x="3935" y="21161"/>
                  <a:pt x="3791" y="21380"/>
                </a:cubicBezTo>
                <a:cubicBezTo>
                  <a:pt x="3648" y="21600"/>
                  <a:pt x="21600" y="9446"/>
                  <a:pt x="21600" y="9446"/>
                </a:cubicBezTo>
                <a:lnTo>
                  <a:pt x="12838" y="9446"/>
                </a:lnTo>
                <a:lnTo>
                  <a:pt x="19015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25397" tIns="25397" rIns="25397" bIns="25397" anchor="ctr">
            <a:noAutofit/>
          </a:bodyPr>
          <a:lstStyle/>
          <a:p>
            <a:pPr defTabSz="412696">
              <a:defRPr sz="3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endParaRPr/>
          </a:p>
        </p:txBody>
      </p:sp>
      <p:grpSp>
        <p:nvGrpSpPr>
          <p:cNvPr id="7" name="Shape6"/>
          <p:cNvGrpSpPr/>
          <p:nvPr>
            <p:custDataLst>
              <p:tags r:id="rId4"/>
            </p:custDataLst>
          </p:nvPr>
        </p:nvGrpSpPr>
        <p:grpSpPr>
          <a:xfrm>
            <a:off x="827893" y="3191731"/>
            <a:ext cx="830847" cy="932556"/>
            <a:chOff x="5045577" y="2327722"/>
            <a:chExt cx="830847" cy="932556"/>
          </a:xfrm>
        </p:grpSpPr>
        <p:grpSp>
          <p:nvGrpSpPr>
            <p:cNvPr id="9" name="Shape7"/>
            <p:cNvGrpSpPr/>
            <p:nvPr>
              <p:custDataLst>
                <p:tags r:id="rId12"/>
              </p:custDataLst>
            </p:nvPr>
          </p:nvGrpSpPr>
          <p:grpSpPr>
            <a:xfrm>
              <a:off x="5045577" y="2327722"/>
              <a:ext cx="830847" cy="932556"/>
              <a:chOff x="8777018" y="2646891"/>
              <a:chExt cx="830847" cy="932556"/>
            </a:xfrm>
          </p:grpSpPr>
          <p:sp>
            <p:nvSpPr>
              <p:cNvPr id="10" name="Shape8">
                <a:extLst>
                  <a:ext uri="{FF2B5EF4-FFF2-40B4-BE49-F238E27FC236}">
                    <a16:creationId xmlns:a16="http://schemas.microsoft.com/office/drawing/2014/main" id="{000D1C98-1237-454B-9587-1DAAA55F4BAB}"/>
                  </a:ext>
                </a:extLst>
              </p:cNvPr>
              <p:cNvSpPr>
                <a:spLocks noChangeAspect="1"/>
              </p:cNvSpPr>
              <p:nvPr>
                <p:custDataLst>
                  <p:tags r:id="rId13"/>
                </p:custDataLst>
              </p:nvPr>
            </p:nvSpPr>
            <p:spPr>
              <a:xfrm rot="21147248" flipH="1">
                <a:off x="8777018" y="2646891"/>
                <a:ext cx="830847" cy="932556"/>
              </a:xfrm>
              <a:custGeom>
                <a:avLst/>
                <a:gdLst>
                  <a:gd name="connsiteX0" fmla="*/ 12664 w 580931"/>
                  <a:gd name="connsiteY0" fmla="*/ 623637 h 631614"/>
                  <a:gd name="connsiteX1" fmla="*/ 126726 w 580931"/>
                  <a:gd name="connsiteY1" fmla="*/ 161573 h 631614"/>
                  <a:gd name="connsiteX2" fmla="*/ 578847 w 580931"/>
                  <a:gd name="connsiteY2" fmla="*/ 0 h 631614"/>
                  <a:gd name="connsiteX3" fmla="*/ 482925 w 580931"/>
                  <a:gd name="connsiteY3" fmla="*/ 450118 h 631614"/>
                  <a:gd name="connsiteX4" fmla="*/ 12664 w 580931"/>
                  <a:gd name="connsiteY4" fmla="*/ 623637 h 63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0931" h="631614">
                    <a:moveTo>
                      <a:pt x="12664" y="623637"/>
                    </a:moveTo>
                    <a:cubicBezTo>
                      <a:pt x="-27442" y="585098"/>
                      <a:pt x="32362" y="265512"/>
                      <a:pt x="126726" y="161573"/>
                    </a:cubicBezTo>
                    <a:cubicBezTo>
                      <a:pt x="221090" y="57634"/>
                      <a:pt x="456497" y="497"/>
                      <a:pt x="578847" y="0"/>
                    </a:cubicBezTo>
                    <a:cubicBezTo>
                      <a:pt x="586441" y="113802"/>
                      <a:pt x="577289" y="346179"/>
                      <a:pt x="482925" y="450118"/>
                    </a:cubicBezTo>
                    <a:cubicBezTo>
                      <a:pt x="388561" y="554057"/>
                      <a:pt x="52770" y="662176"/>
                      <a:pt x="12664" y="623637"/>
                    </a:cubicBezTo>
                    <a:close/>
                  </a:path>
                </a:pathLst>
              </a:custGeom>
              <a:solidFill>
                <a:srgbClr val="00000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defRPr/>
                </a:pPr>
                <a:endParaRPr lang="ru-RU">
                  <a:solidFill>
                    <a:prstClr val="white"/>
                  </a:solidFill>
                  <a:latin typeface="Comfortaa"/>
                </a:endParaRPr>
              </a:p>
            </p:txBody>
          </p:sp>
          <p:pic>
            <p:nvPicPr>
              <p:cNvPr id="12" name="Shape9"/>
              <p:cNvPicPr/>
              <p:nvPr>
                <p:custDataLst>
                  <p:tags r:id="rId14"/>
                </p:custDataLst>
              </p:nvPr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9019651" y="2937450"/>
                <a:ext cx="345583" cy="351440"/>
              </a:xfrm>
              <a:prstGeom prst="rect">
                <a:avLst/>
              </a:prstGeom>
            </p:spPr>
          </p:pic>
        </p:grpSp>
      </p:grpSp>
      <p:sp>
        <p:nvSpPr>
          <p:cNvPr id="13" name="Shape10">
            <a:extLst>
              <a:ext uri="{FF2B5EF4-FFF2-40B4-BE49-F238E27FC236}">
                <a16:creationId xmlns:a16="http://schemas.microsoft.com/office/drawing/2014/main" id="{15300C4C-AAF2-C91C-0DA1-F24AF605EAB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70257" y="529576"/>
            <a:ext cx="3909898" cy="1058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1" dirty="0" err="1">
                <a:solidFill>
                  <a:srgbClr val="000000"/>
                </a:solidFill>
                <a:latin typeface="+mn-lt"/>
              </a:rPr>
              <a:t>Познайомимся</a:t>
            </a:r>
            <a:r>
              <a:rPr lang="en-US" sz="3600" b="1" dirty="0">
                <a:solidFill>
                  <a:srgbClr val="000000"/>
                </a:solidFill>
                <a:latin typeface="+mn-lt"/>
              </a:rPr>
              <a:t> 
з </a:t>
            </a:r>
            <a:r>
              <a:rPr lang="en-US" sz="3600" b="1" dirty="0" err="1">
                <a:solidFill>
                  <a:srgbClr val="000000"/>
                </a:solidFill>
                <a:latin typeface="+mn-lt"/>
              </a:rPr>
              <a:t>інтерфейсом</a:t>
            </a:r>
            <a:endParaRPr lang="en-US" sz="3600" b="1" dirty="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36" name="Shape14">
            <a:extLst>
              <a:ext uri="{FF2B5EF4-FFF2-40B4-BE49-F238E27FC236}">
                <a16:creationId xmlns:a16="http://schemas.microsoft.com/office/drawing/2014/main" id="{45A10400-3ABE-4E75-919D-EEB5A08D5A1C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-590954" y="4945290"/>
            <a:ext cx="2033081" cy="2287176"/>
            <a:chOff x="5055343" y="2103966"/>
            <a:chExt cx="811314" cy="1380068"/>
          </a:xfrm>
        </p:grpSpPr>
        <p:sp>
          <p:nvSpPr>
            <p:cNvPr id="37" name="Shape15">
              <a:extLst>
                <a:ext uri="{FF2B5EF4-FFF2-40B4-BE49-F238E27FC236}">
                  <a16:creationId xmlns:a16="http://schemas.microsoft.com/office/drawing/2014/main" id="{7079CB7A-F6FC-49D6-8B3D-5A05CA571818}"/>
                </a:ext>
              </a:extLst>
            </p:cNvPr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5105625" y="2103966"/>
              <a:ext cx="710750" cy="1380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83" extrusionOk="0">
                  <a:moveTo>
                    <a:pt x="19015" y="0"/>
                  </a:moveTo>
                  <a:lnTo>
                    <a:pt x="0" y="12374"/>
                  </a:lnTo>
                  <a:lnTo>
                    <a:pt x="9106" y="12448"/>
                  </a:lnTo>
                  <a:cubicBezTo>
                    <a:pt x="9106" y="12448"/>
                    <a:pt x="3935" y="21161"/>
                    <a:pt x="3791" y="21380"/>
                  </a:cubicBezTo>
                  <a:cubicBezTo>
                    <a:pt x="3648" y="21600"/>
                    <a:pt x="21600" y="9446"/>
                    <a:pt x="21600" y="9446"/>
                  </a:cubicBezTo>
                  <a:lnTo>
                    <a:pt x="12838" y="9446"/>
                  </a:lnTo>
                  <a:lnTo>
                    <a:pt x="19015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25397" tIns="25397" rIns="25397" bIns="25397" anchor="ctr">
              <a:noAutofit/>
            </a:bodyPr>
            <a:lstStyle/>
            <a:p>
              <a:pPr algn="ctr" defTabSz="412696">
                <a:lnSpc>
                  <a:spcPct val="100000"/>
                </a:lnSpc>
                <a:spcBef>
                  <a:spcPct val="0"/>
                </a:spcBef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pPr>
              <a:endParaRPr sz="1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38" name="Shape14">
            <a:extLst>
              <a:ext uri="{FF2B5EF4-FFF2-40B4-BE49-F238E27FC236}">
                <a16:creationId xmlns:a16="http://schemas.microsoft.com/office/drawing/2014/main" id="{A65823D0-3CB1-4A1E-A854-309BA51A84B8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8611930" y="-690034"/>
            <a:ext cx="811314" cy="1380068"/>
            <a:chOff x="5055343" y="2103966"/>
            <a:chExt cx="811314" cy="1380068"/>
          </a:xfrm>
        </p:grpSpPr>
        <p:sp>
          <p:nvSpPr>
            <p:cNvPr id="39" name="Shape15">
              <a:extLst>
                <a:ext uri="{FF2B5EF4-FFF2-40B4-BE49-F238E27FC236}">
                  <a16:creationId xmlns:a16="http://schemas.microsoft.com/office/drawing/2014/main" id="{338F65D6-C577-4E8A-BB11-2F8646381E36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5105625" y="2103966"/>
              <a:ext cx="710750" cy="1380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83" extrusionOk="0">
                  <a:moveTo>
                    <a:pt x="19015" y="0"/>
                  </a:moveTo>
                  <a:lnTo>
                    <a:pt x="0" y="12374"/>
                  </a:lnTo>
                  <a:lnTo>
                    <a:pt x="9106" y="12448"/>
                  </a:lnTo>
                  <a:cubicBezTo>
                    <a:pt x="9106" y="12448"/>
                    <a:pt x="3935" y="21161"/>
                    <a:pt x="3791" y="21380"/>
                  </a:cubicBezTo>
                  <a:cubicBezTo>
                    <a:pt x="3648" y="21600"/>
                    <a:pt x="21600" y="9446"/>
                    <a:pt x="21600" y="9446"/>
                  </a:cubicBezTo>
                  <a:lnTo>
                    <a:pt x="12838" y="9446"/>
                  </a:lnTo>
                  <a:lnTo>
                    <a:pt x="19015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25397" tIns="25397" rIns="25397" bIns="25397" anchor="ctr">
              <a:noAutofit/>
            </a:bodyPr>
            <a:lstStyle/>
            <a:p>
              <a:pPr algn="ctr" defTabSz="412696">
                <a:lnSpc>
                  <a:spcPct val="100000"/>
                </a:lnSpc>
                <a:spcBef>
                  <a:spcPct val="0"/>
                </a:spcBef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pPr>
              <a:endParaRPr sz="1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40" name="Shape14">
            <a:extLst>
              <a:ext uri="{FF2B5EF4-FFF2-40B4-BE49-F238E27FC236}">
                <a16:creationId xmlns:a16="http://schemas.microsoft.com/office/drawing/2014/main" id="{20D8AF1E-D6FC-4F14-8E40-EC3E009FE0BE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-147454" y="-501545"/>
            <a:ext cx="811314" cy="1380068"/>
            <a:chOff x="5055343" y="2103966"/>
            <a:chExt cx="811314" cy="1380068"/>
          </a:xfrm>
        </p:grpSpPr>
        <p:sp>
          <p:nvSpPr>
            <p:cNvPr id="41" name="Shape15">
              <a:extLst>
                <a:ext uri="{FF2B5EF4-FFF2-40B4-BE49-F238E27FC236}">
                  <a16:creationId xmlns:a16="http://schemas.microsoft.com/office/drawing/2014/main" id="{245126EA-2999-408F-911A-B5A9CE9379C9}"/>
                </a:ext>
              </a:extLst>
            </p:cNvPr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5105625" y="2103966"/>
              <a:ext cx="710750" cy="1380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83" extrusionOk="0">
                  <a:moveTo>
                    <a:pt x="19015" y="0"/>
                  </a:moveTo>
                  <a:lnTo>
                    <a:pt x="0" y="12374"/>
                  </a:lnTo>
                  <a:lnTo>
                    <a:pt x="9106" y="12448"/>
                  </a:lnTo>
                  <a:cubicBezTo>
                    <a:pt x="9106" y="12448"/>
                    <a:pt x="3935" y="21161"/>
                    <a:pt x="3791" y="21380"/>
                  </a:cubicBezTo>
                  <a:cubicBezTo>
                    <a:pt x="3648" y="21600"/>
                    <a:pt x="21600" y="9446"/>
                    <a:pt x="21600" y="9446"/>
                  </a:cubicBezTo>
                  <a:lnTo>
                    <a:pt x="12838" y="9446"/>
                  </a:lnTo>
                  <a:lnTo>
                    <a:pt x="19015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25397" tIns="25397" rIns="25397" bIns="25397" anchor="ctr">
              <a:noAutofit/>
            </a:bodyPr>
            <a:lstStyle/>
            <a:p>
              <a:pPr algn="ctr" defTabSz="412696">
                <a:lnSpc>
                  <a:spcPct val="100000"/>
                </a:lnSpc>
                <a:spcBef>
                  <a:spcPct val="0"/>
                </a:spcBef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pPr>
              <a:endParaRPr sz="1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Shape0"/>
          <p:cNvGrpSpPr/>
          <p:nvPr>
            <p:custDataLst>
              <p:tags r:id="rId1"/>
            </p:custDataLst>
          </p:nvPr>
        </p:nvGrpSpPr>
        <p:grpSpPr>
          <a:xfrm>
            <a:off x="26013" y="-2112027"/>
            <a:ext cx="11737232" cy="11240933"/>
            <a:chOff x="-608987" y="-2747027"/>
            <a:chExt cx="11737232" cy="11240933"/>
          </a:xfrm>
        </p:grpSpPr>
        <p:grpSp>
          <p:nvGrpSpPr>
            <p:cNvPr id="25" name="Shape1"/>
            <p:cNvGrpSpPr/>
            <p:nvPr>
              <p:custDataLst>
                <p:tags r:id="rId11"/>
              </p:custDataLst>
            </p:nvPr>
          </p:nvGrpSpPr>
          <p:grpSpPr>
            <a:xfrm>
              <a:off x="3435780" y="-2747027"/>
              <a:ext cx="7692465" cy="3840572"/>
              <a:chOff x="3435780" y="-2747027"/>
              <a:chExt cx="7692465" cy="3840572"/>
            </a:xfrm>
          </p:grpSpPr>
          <p:sp>
            <p:nvSpPr>
              <p:cNvPr id="26" name="Shape2">
                <a:extLst>
                  <a:ext uri="{FF2B5EF4-FFF2-40B4-BE49-F238E27FC236}">
                    <a16:creationId xmlns:a16="http://schemas.microsoft.com/office/drawing/2014/main" id="{98F7CB20-6427-9840-B30B-7A77B623AE62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6701244" y="-2747027"/>
                <a:ext cx="2106403" cy="2752936"/>
              </a:xfrm>
              <a:prstGeom prst="parallelogram">
                <a:avLst>
                  <a:gd name="adj" fmla="val 56523"/>
                </a:avLst>
              </a:prstGeom>
              <a:solidFill>
                <a:srgbClr val="FF79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317" tIns="43658" rIns="87317" bIns="4365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 sz="2292"/>
              </a:p>
            </p:txBody>
          </p:sp>
          <p:sp>
            <p:nvSpPr>
              <p:cNvPr id="27" name="Shape3">
                <a:extLst>
                  <a:ext uri="{FF2B5EF4-FFF2-40B4-BE49-F238E27FC236}">
                    <a16:creationId xmlns:a16="http://schemas.microsoft.com/office/drawing/2014/main" id="{DE743FC7-35CF-B740-878B-E6F2D4FE74EF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861543" y="-2747027"/>
                <a:ext cx="2106403" cy="2752936"/>
              </a:xfrm>
              <a:prstGeom prst="parallelogram">
                <a:avLst>
                  <a:gd name="adj" fmla="val 56523"/>
                </a:avLst>
              </a:prstGeom>
              <a:solidFill>
                <a:srgbClr val="FF79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317" tIns="43658" rIns="87317" bIns="4365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 sz="2292"/>
              </a:p>
            </p:txBody>
          </p:sp>
          <p:sp>
            <p:nvSpPr>
              <p:cNvPr id="28" name="Shape4">
                <a:extLst>
                  <a:ext uri="{FF2B5EF4-FFF2-40B4-BE49-F238E27FC236}">
                    <a16:creationId xmlns:a16="http://schemas.microsoft.com/office/drawing/2014/main" id="{E3FF35CE-78D8-FB4D-BC8C-185FCA9A54E8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9021842" y="-2747027"/>
                <a:ext cx="2106403" cy="2752936"/>
              </a:xfrm>
              <a:prstGeom prst="parallelogram">
                <a:avLst>
                  <a:gd name="adj" fmla="val 56523"/>
                </a:avLst>
              </a:prstGeom>
              <a:solidFill>
                <a:srgbClr val="FF79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317" tIns="43658" rIns="87317" bIns="4365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 sz="2292"/>
              </a:p>
            </p:txBody>
          </p:sp>
          <p:sp>
            <p:nvSpPr>
              <p:cNvPr id="29" name="Shape5">
                <a:extLst>
                  <a:ext uri="{FF2B5EF4-FFF2-40B4-BE49-F238E27FC236}">
                    <a16:creationId xmlns:a16="http://schemas.microsoft.com/office/drawing/2014/main" id="{C45072D2-948D-5F4A-A45A-034B8D4AE334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6701247" y="736017"/>
                <a:ext cx="239663" cy="143482"/>
              </a:xfrm>
              <a:custGeom>
                <a:avLst/>
                <a:gdLst>
                  <a:gd name="connsiteX0" fmla="*/ 508000 w 1930400"/>
                  <a:gd name="connsiteY0" fmla="*/ 0 h 1155700"/>
                  <a:gd name="connsiteX1" fmla="*/ 1930400 w 1930400"/>
                  <a:gd name="connsiteY1" fmla="*/ 0 h 1155700"/>
                  <a:gd name="connsiteX2" fmla="*/ 1447800 w 1930400"/>
                  <a:gd name="connsiteY2" fmla="*/ 1155700 h 1155700"/>
                  <a:gd name="connsiteX3" fmla="*/ 0 w 1930400"/>
                  <a:gd name="connsiteY3" fmla="*/ 1155700 h 1155700"/>
                  <a:gd name="connsiteX4" fmla="*/ 508000 w 1930400"/>
                  <a:gd name="connsiteY4" fmla="*/ 0 h 115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30400" h="1155700">
                    <a:moveTo>
                      <a:pt x="508000" y="0"/>
                    </a:moveTo>
                    <a:lnTo>
                      <a:pt x="1930400" y="0"/>
                    </a:lnTo>
                    <a:lnTo>
                      <a:pt x="1447800" y="1155700"/>
                    </a:lnTo>
                    <a:lnTo>
                      <a:pt x="0" y="1155700"/>
                    </a:lnTo>
                    <a:lnTo>
                      <a:pt x="508000" y="0"/>
                    </a:lnTo>
                    <a:close/>
                  </a:path>
                </a:pathLst>
              </a:custGeom>
              <a:solidFill>
                <a:srgbClr val="FF7914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 sz="2292"/>
              </a:p>
            </p:txBody>
          </p:sp>
          <p:sp>
            <p:nvSpPr>
              <p:cNvPr id="30" name="Shape6">
                <a:extLst>
                  <a:ext uri="{FF2B5EF4-FFF2-40B4-BE49-F238E27FC236}">
                    <a16:creationId xmlns:a16="http://schemas.microsoft.com/office/drawing/2014/main" id="{EDE87707-D51A-4248-991D-629A3D246F32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3435780" y="720644"/>
                <a:ext cx="622867" cy="372901"/>
              </a:xfrm>
              <a:custGeom>
                <a:avLst/>
                <a:gdLst>
                  <a:gd name="connsiteX0" fmla="*/ 508000 w 1930400"/>
                  <a:gd name="connsiteY0" fmla="*/ 0 h 1155700"/>
                  <a:gd name="connsiteX1" fmla="*/ 1930400 w 1930400"/>
                  <a:gd name="connsiteY1" fmla="*/ 0 h 1155700"/>
                  <a:gd name="connsiteX2" fmla="*/ 1447800 w 1930400"/>
                  <a:gd name="connsiteY2" fmla="*/ 1155700 h 1155700"/>
                  <a:gd name="connsiteX3" fmla="*/ 0 w 1930400"/>
                  <a:gd name="connsiteY3" fmla="*/ 1155700 h 1155700"/>
                  <a:gd name="connsiteX4" fmla="*/ 508000 w 1930400"/>
                  <a:gd name="connsiteY4" fmla="*/ 0 h 115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30400" h="1155700">
                    <a:moveTo>
                      <a:pt x="508000" y="0"/>
                    </a:moveTo>
                    <a:lnTo>
                      <a:pt x="1930400" y="0"/>
                    </a:lnTo>
                    <a:lnTo>
                      <a:pt x="1447800" y="1155700"/>
                    </a:lnTo>
                    <a:lnTo>
                      <a:pt x="0" y="1155700"/>
                    </a:lnTo>
                    <a:lnTo>
                      <a:pt x="508000" y="0"/>
                    </a:lnTo>
                    <a:close/>
                  </a:path>
                </a:pathLst>
              </a:custGeom>
              <a:solidFill>
                <a:srgbClr val="FF7914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 sz="2292"/>
              </a:p>
            </p:txBody>
          </p:sp>
        </p:grpSp>
        <p:grpSp>
          <p:nvGrpSpPr>
            <p:cNvPr id="31" name="Shape7"/>
            <p:cNvGrpSpPr/>
            <p:nvPr>
              <p:custDataLst>
                <p:tags r:id="rId12"/>
              </p:custDataLst>
            </p:nvPr>
          </p:nvGrpSpPr>
          <p:grpSpPr>
            <a:xfrm>
              <a:off x="-608987" y="306857"/>
              <a:ext cx="10218579" cy="8187049"/>
              <a:chOff x="-608987" y="306857"/>
              <a:chExt cx="10218579" cy="8187049"/>
            </a:xfrm>
          </p:grpSpPr>
          <p:sp>
            <p:nvSpPr>
              <p:cNvPr id="32" name="Shape8">
                <a:extLst>
                  <a:ext uri="{FF2B5EF4-FFF2-40B4-BE49-F238E27FC236}">
                    <a16:creationId xmlns:a16="http://schemas.microsoft.com/office/drawing/2014/main" id="{01D868A6-02F2-B04A-B843-9598B24F5EC2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 flipV="1">
                <a:off x="1624275" y="2978354"/>
                <a:ext cx="7564416" cy="0"/>
              </a:xfrm>
              <a:prstGeom prst="line">
                <a:avLst/>
              </a:prstGeom>
              <a:ln w="44450">
                <a:solidFill>
                  <a:srgbClr val="FF7914"/>
                </a:solidFill>
                <a:miter lim="400000"/>
              </a:ln>
            </p:spPr>
            <p:txBody>
              <a:bodyPr lIns="24255" tIns="24255" rIns="24255" bIns="24255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sz="582" dirty="0"/>
              </a:p>
            </p:txBody>
          </p:sp>
          <p:sp>
            <p:nvSpPr>
              <p:cNvPr id="33" name="Shape9">
                <a:extLst>
                  <a:ext uri="{FF2B5EF4-FFF2-40B4-BE49-F238E27FC236}">
                    <a16:creationId xmlns:a16="http://schemas.microsoft.com/office/drawing/2014/main" id="{82A84E84-A97A-CF4B-ACAB-0920E1B7B390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2575434" y="332871"/>
                <a:ext cx="239663" cy="143482"/>
              </a:xfrm>
              <a:custGeom>
                <a:avLst/>
                <a:gdLst>
                  <a:gd name="connsiteX0" fmla="*/ 508000 w 1930400"/>
                  <a:gd name="connsiteY0" fmla="*/ 0 h 1155700"/>
                  <a:gd name="connsiteX1" fmla="*/ 1930400 w 1930400"/>
                  <a:gd name="connsiteY1" fmla="*/ 0 h 1155700"/>
                  <a:gd name="connsiteX2" fmla="*/ 1447800 w 1930400"/>
                  <a:gd name="connsiteY2" fmla="*/ 1155700 h 1155700"/>
                  <a:gd name="connsiteX3" fmla="*/ 0 w 1930400"/>
                  <a:gd name="connsiteY3" fmla="*/ 1155700 h 1155700"/>
                  <a:gd name="connsiteX4" fmla="*/ 508000 w 1930400"/>
                  <a:gd name="connsiteY4" fmla="*/ 0 h 115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30400" h="1155700">
                    <a:moveTo>
                      <a:pt x="508000" y="0"/>
                    </a:moveTo>
                    <a:lnTo>
                      <a:pt x="1930400" y="0"/>
                    </a:lnTo>
                    <a:lnTo>
                      <a:pt x="1447800" y="1155700"/>
                    </a:lnTo>
                    <a:lnTo>
                      <a:pt x="0" y="1155700"/>
                    </a:lnTo>
                    <a:lnTo>
                      <a:pt x="508000" y="0"/>
                    </a:lnTo>
                    <a:close/>
                  </a:path>
                </a:pathLst>
              </a:custGeom>
              <a:noFill/>
              <a:ln w="44450">
                <a:solidFill>
                  <a:srgbClr val="FF79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 sz="2292"/>
              </a:p>
            </p:txBody>
          </p:sp>
          <p:sp>
            <p:nvSpPr>
              <p:cNvPr id="34" name="Shape10">
                <a:extLst>
                  <a:ext uri="{FF2B5EF4-FFF2-40B4-BE49-F238E27FC236}">
                    <a16:creationId xmlns:a16="http://schemas.microsoft.com/office/drawing/2014/main" id="{0BC91570-1C49-8846-A5C0-A2DEBAB59FD9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-608987" y="5740971"/>
                <a:ext cx="2106403" cy="2752934"/>
              </a:xfrm>
              <a:prstGeom prst="parallelogram">
                <a:avLst>
                  <a:gd name="adj" fmla="val 56523"/>
                </a:avLst>
              </a:prstGeom>
              <a:solidFill>
                <a:srgbClr val="FF79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317" tIns="43658" rIns="87317" bIns="4365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 sz="2292"/>
              </a:p>
            </p:txBody>
          </p:sp>
          <p:sp>
            <p:nvSpPr>
              <p:cNvPr id="35" name="Shape11">
                <a:extLst>
                  <a:ext uri="{FF2B5EF4-FFF2-40B4-BE49-F238E27FC236}">
                    <a16:creationId xmlns:a16="http://schemas.microsoft.com/office/drawing/2014/main" id="{91F50F55-7CA2-AA47-A79F-7B8CAC4BAAF4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551312" y="5740972"/>
                <a:ext cx="2106403" cy="2752934"/>
              </a:xfrm>
              <a:prstGeom prst="parallelogram">
                <a:avLst>
                  <a:gd name="adj" fmla="val 56523"/>
                </a:avLst>
              </a:prstGeom>
              <a:solidFill>
                <a:srgbClr val="FF79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317" tIns="43658" rIns="87317" bIns="4365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 sz="2292"/>
              </a:p>
            </p:txBody>
          </p:sp>
          <p:sp>
            <p:nvSpPr>
              <p:cNvPr id="36" name="Shape12">
                <a:extLst>
                  <a:ext uri="{FF2B5EF4-FFF2-40B4-BE49-F238E27FC236}">
                    <a16:creationId xmlns:a16="http://schemas.microsoft.com/office/drawing/2014/main" id="{3123B4C6-1726-1C4E-BD54-BDC44925991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711611" y="5740970"/>
                <a:ext cx="2106403" cy="2752934"/>
              </a:xfrm>
              <a:prstGeom prst="parallelogram">
                <a:avLst>
                  <a:gd name="adj" fmla="val 56523"/>
                </a:avLst>
              </a:prstGeom>
              <a:solidFill>
                <a:srgbClr val="FF79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317" tIns="43658" rIns="87317" bIns="4365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 sz="2292"/>
              </a:p>
            </p:txBody>
          </p:sp>
          <p:sp>
            <p:nvSpPr>
              <p:cNvPr id="37" name="Shape13">
                <a:extLst>
                  <a:ext uri="{FF2B5EF4-FFF2-40B4-BE49-F238E27FC236}">
                    <a16:creationId xmlns:a16="http://schemas.microsoft.com/office/drawing/2014/main" id="{6A55B5E4-7DFD-3C42-8F74-EFA4D77AB314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8949121" y="306857"/>
                <a:ext cx="660471" cy="395415"/>
              </a:xfrm>
              <a:custGeom>
                <a:avLst/>
                <a:gdLst>
                  <a:gd name="connsiteX0" fmla="*/ 508000 w 1930400"/>
                  <a:gd name="connsiteY0" fmla="*/ 0 h 1155700"/>
                  <a:gd name="connsiteX1" fmla="*/ 1930400 w 1930400"/>
                  <a:gd name="connsiteY1" fmla="*/ 0 h 1155700"/>
                  <a:gd name="connsiteX2" fmla="*/ 1447800 w 1930400"/>
                  <a:gd name="connsiteY2" fmla="*/ 1155700 h 1155700"/>
                  <a:gd name="connsiteX3" fmla="*/ 0 w 1930400"/>
                  <a:gd name="connsiteY3" fmla="*/ 1155700 h 1155700"/>
                  <a:gd name="connsiteX4" fmla="*/ 508000 w 1930400"/>
                  <a:gd name="connsiteY4" fmla="*/ 0 h 115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30400" h="1155700">
                    <a:moveTo>
                      <a:pt x="508000" y="0"/>
                    </a:moveTo>
                    <a:lnTo>
                      <a:pt x="1930400" y="0"/>
                    </a:lnTo>
                    <a:lnTo>
                      <a:pt x="1447800" y="1155700"/>
                    </a:lnTo>
                    <a:lnTo>
                      <a:pt x="0" y="1155700"/>
                    </a:lnTo>
                    <a:lnTo>
                      <a:pt x="508000" y="0"/>
                    </a:lnTo>
                    <a:close/>
                  </a:path>
                </a:pathLst>
              </a:custGeom>
              <a:solidFill>
                <a:srgbClr val="FF7914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 sz="2292"/>
              </a:p>
            </p:txBody>
          </p:sp>
          <p:sp>
            <p:nvSpPr>
              <p:cNvPr id="38" name="Shape14">
                <a:extLst>
                  <a:ext uri="{FF2B5EF4-FFF2-40B4-BE49-F238E27FC236}">
                    <a16:creationId xmlns:a16="http://schemas.microsoft.com/office/drawing/2014/main" id="{7E599F6C-7CDF-AB4A-91CE-04D7D12912B8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453762" y="1177703"/>
                <a:ext cx="400637" cy="239855"/>
              </a:xfrm>
              <a:custGeom>
                <a:avLst/>
                <a:gdLst>
                  <a:gd name="connsiteX0" fmla="*/ 508000 w 1930400"/>
                  <a:gd name="connsiteY0" fmla="*/ 0 h 1155700"/>
                  <a:gd name="connsiteX1" fmla="*/ 1930400 w 1930400"/>
                  <a:gd name="connsiteY1" fmla="*/ 0 h 1155700"/>
                  <a:gd name="connsiteX2" fmla="*/ 1447800 w 1930400"/>
                  <a:gd name="connsiteY2" fmla="*/ 1155700 h 1155700"/>
                  <a:gd name="connsiteX3" fmla="*/ 0 w 1930400"/>
                  <a:gd name="connsiteY3" fmla="*/ 1155700 h 1155700"/>
                  <a:gd name="connsiteX4" fmla="*/ 508000 w 1930400"/>
                  <a:gd name="connsiteY4" fmla="*/ 0 h 115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30400" h="1155700">
                    <a:moveTo>
                      <a:pt x="508000" y="0"/>
                    </a:moveTo>
                    <a:lnTo>
                      <a:pt x="1930400" y="0"/>
                    </a:lnTo>
                    <a:lnTo>
                      <a:pt x="1447800" y="1155700"/>
                    </a:lnTo>
                    <a:lnTo>
                      <a:pt x="0" y="1155700"/>
                    </a:lnTo>
                    <a:lnTo>
                      <a:pt x="508000" y="0"/>
                    </a:lnTo>
                    <a:close/>
                  </a:path>
                </a:pathLst>
              </a:custGeom>
              <a:noFill/>
              <a:ln w="44450">
                <a:solidFill>
                  <a:srgbClr val="FF791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  <a:latin typeface="Play"/>
                    <a:ea typeface="+mn-ea"/>
                    <a:cs typeface="+mn-cs"/>
                  </a:defRPr>
                </a:lvl9pPr>
              </a:lstStyle>
              <a:p>
                <a:pPr algn="ctr"/>
                <a:endParaRPr lang="ru-RU" sz="2292"/>
              </a:p>
            </p:txBody>
          </p:sp>
        </p:grpSp>
      </p:grpSp>
      <p:grpSp>
        <p:nvGrpSpPr>
          <p:cNvPr id="18" name="Shape16"/>
          <p:cNvGrpSpPr/>
          <p:nvPr>
            <p:custDataLst>
              <p:tags r:id="rId2"/>
            </p:custDataLst>
          </p:nvPr>
        </p:nvGrpSpPr>
        <p:grpSpPr>
          <a:xfrm>
            <a:off x="5520192" y="592311"/>
            <a:ext cx="1151618" cy="1151618"/>
            <a:chOff x="4885192" y="2003488"/>
            <a:chExt cx="1151618" cy="1151618"/>
          </a:xfrm>
        </p:grpSpPr>
        <p:pic>
          <p:nvPicPr>
            <p:cNvPr id="20" name="Shape17"/>
            <p:cNvPicPr/>
            <p:nvPr>
              <p:custDataLst>
                <p:tags r:id="rId10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4885192" y="2003488"/>
              <a:ext cx="1151618" cy="1151618"/>
            </a:xfrm>
            <a:prstGeom prst="rect">
              <a:avLst/>
            </a:prstGeom>
          </p:spPr>
        </p:pic>
      </p:grpSp>
      <p:sp>
        <p:nvSpPr>
          <p:cNvPr id="16" name="Shape18">
            <a:extLst>
              <a:ext uri="{FF2B5EF4-FFF2-40B4-BE49-F238E27FC236}">
                <a16:creationId xmlns:a16="http://schemas.microsoft.com/office/drawing/2014/main" id="{AB5B6ECF-5953-433F-8544-946119253D9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495389" y="2626741"/>
            <a:ext cx="5201221" cy="1109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825500" rtl="0" fontAlgn="auto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86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Play"/>
                <a:cs typeface="Play"/>
                <a:sym typeface="Play"/>
              </a:rPr>
              <a:t>Практика</a:t>
            </a:r>
            <a:endParaRPr kumimoji="0" lang="en-US" sz="8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Play"/>
              <a:cs typeface="Play"/>
              <a:sym typeface="Play"/>
            </a:endParaRPr>
          </a:p>
        </p:txBody>
      </p:sp>
      <p:pic>
        <p:nvPicPr>
          <p:cNvPr id="5124" name="Picture 4" descr="6,988 Writing Code Illustrations - Free in SVG, PNG, EPS - IconScout">
            <a:extLst>
              <a:ext uri="{FF2B5EF4-FFF2-40B4-BE49-F238E27FC236}">
                <a16:creationId xmlns:a16="http://schemas.microsoft.com/office/drawing/2014/main" id="{1D88AACE-CCF3-4299-A748-49B65C5D7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76" y="2801883"/>
            <a:ext cx="6084178" cy="405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Shape9">
            <a:extLst>
              <a:ext uri="{FF2B5EF4-FFF2-40B4-BE49-F238E27FC236}">
                <a16:creationId xmlns:a16="http://schemas.microsoft.com/office/drawing/2014/main" id="{547214F4-9551-49D6-9609-4191DD7A20C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0995" y="-290239"/>
            <a:ext cx="239663" cy="143482"/>
          </a:xfrm>
          <a:custGeom>
            <a:avLst/>
            <a:gdLst>
              <a:gd name="connsiteX0" fmla="*/ 508000 w 1930400"/>
              <a:gd name="connsiteY0" fmla="*/ 0 h 1155700"/>
              <a:gd name="connsiteX1" fmla="*/ 1930400 w 1930400"/>
              <a:gd name="connsiteY1" fmla="*/ 0 h 1155700"/>
              <a:gd name="connsiteX2" fmla="*/ 1447800 w 1930400"/>
              <a:gd name="connsiteY2" fmla="*/ 1155700 h 1155700"/>
              <a:gd name="connsiteX3" fmla="*/ 0 w 1930400"/>
              <a:gd name="connsiteY3" fmla="*/ 1155700 h 1155700"/>
              <a:gd name="connsiteX4" fmla="*/ 508000 w 1930400"/>
              <a:gd name="connsiteY4" fmla="*/ 0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0400" h="1155700">
                <a:moveTo>
                  <a:pt x="508000" y="0"/>
                </a:moveTo>
                <a:lnTo>
                  <a:pt x="1930400" y="0"/>
                </a:lnTo>
                <a:lnTo>
                  <a:pt x="1447800" y="1155700"/>
                </a:lnTo>
                <a:lnTo>
                  <a:pt x="0" y="1155700"/>
                </a:lnTo>
                <a:lnTo>
                  <a:pt x="508000" y="0"/>
                </a:lnTo>
                <a:close/>
              </a:path>
            </a:pathLst>
          </a:custGeom>
          <a:noFill/>
          <a:ln w="44450">
            <a:solidFill>
              <a:srgbClr val="FF79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ctr"/>
            <a:endParaRPr lang="ru-RU" sz="2292"/>
          </a:p>
        </p:txBody>
      </p:sp>
      <p:sp>
        <p:nvSpPr>
          <p:cNvPr id="42" name="Shape9">
            <a:extLst>
              <a:ext uri="{FF2B5EF4-FFF2-40B4-BE49-F238E27FC236}">
                <a16:creationId xmlns:a16="http://schemas.microsoft.com/office/drawing/2014/main" id="{D50F8092-9E9C-49BC-BC92-C6C007FF3E1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186312" y="2177344"/>
            <a:ext cx="239663" cy="143482"/>
          </a:xfrm>
          <a:custGeom>
            <a:avLst/>
            <a:gdLst>
              <a:gd name="connsiteX0" fmla="*/ 508000 w 1930400"/>
              <a:gd name="connsiteY0" fmla="*/ 0 h 1155700"/>
              <a:gd name="connsiteX1" fmla="*/ 1930400 w 1930400"/>
              <a:gd name="connsiteY1" fmla="*/ 0 h 1155700"/>
              <a:gd name="connsiteX2" fmla="*/ 1447800 w 1930400"/>
              <a:gd name="connsiteY2" fmla="*/ 1155700 h 1155700"/>
              <a:gd name="connsiteX3" fmla="*/ 0 w 1930400"/>
              <a:gd name="connsiteY3" fmla="*/ 1155700 h 1155700"/>
              <a:gd name="connsiteX4" fmla="*/ 508000 w 1930400"/>
              <a:gd name="connsiteY4" fmla="*/ 0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0400" h="1155700">
                <a:moveTo>
                  <a:pt x="508000" y="0"/>
                </a:moveTo>
                <a:lnTo>
                  <a:pt x="1930400" y="0"/>
                </a:lnTo>
                <a:lnTo>
                  <a:pt x="1447800" y="1155700"/>
                </a:lnTo>
                <a:lnTo>
                  <a:pt x="0" y="1155700"/>
                </a:lnTo>
                <a:lnTo>
                  <a:pt x="508000" y="0"/>
                </a:lnTo>
                <a:close/>
              </a:path>
            </a:pathLst>
          </a:custGeom>
          <a:noFill/>
          <a:ln w="44450">
            <a:solidFill>
              <a:srgbClr val="FF79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ctr"/>
            <a:endParaRPr lang="ru-RU" sz="2292"/>
          </a:p>
        </p:txBody>
      </p:sp>
      <p:sp>
        <p:nvSpPr>
          <p:cNvPr id="43" name="Shape2">
            <a:extLst>
              <a:ext uri="{FF2B5EF4-FFF2-40B4-BE49-F238E27FC236}">
                <a16:creationId xmlns:a16="http://schemas.microsoft.com/office/drawing/2014/main" id="{A0157A1B-8ED3-4A6D-9C2B-538A108A7DC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-482207" y="-2160625"/>
            <a:ext cx="2106403" cy="2752936"/>
          </a:xfrm>
          <a:prstGeom prst="parallelogram">
            <a:avLst>
              <a:gd name="adj" fmla="val 56523"/>
            </a:avLst>
          </a:prstGeom>
          <a:solidFill>
            <a:srgbClr val="FF7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7317" tIns="43658" rIns="87317" bIns="4365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ctr"/>
            <a:endParaRPr lang="ru-RU" sz="2292"/>
          </a:p>
        </p:txBody>
      </p:sp>
      <p:sp>
        <p:nvSpPr>
          <p:cNvPr id="44" name="Shape2">
            <a:extLst>
              <a:ext uri="{FF2B5EF4-FFF2-40B4-BE49-F238E27FC236}">
                <a16:creationId xmlns:a16="http://schemas.microsoft.com/office/drawing/2014/main" id="{2F9E53CF-0948-436E-9BEB-6A7495C649C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35722" y="-2160625"/>
            <a:ext cx="2106403" cy="2752936"/>
          </a:xfrm>
          <a:prstGeom prst="parallelogram">
            <a:avLst>
              <a:gd name="adj" fmla="val 56523"/>
            </a:avLst>
          </a:prstGeom>
          <a:solidFill>
            <a:srgbClr val="FF7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7317" tIns="43658" rIns="87317" bIns="4365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ctr"/>
            <a:endParaRPr lang="ru-RU" sz="2292"/>
          </a:p>
        </p:txBody>
      </p:sp>
      <p:sp>
        <p:nvSpPr>
          <p:cNvPr id="45" name="Shape2">
            <a:extLst>
              <a:ext uri="{FF2B5EF4-FFF2-40B4-BE49-F238E27FC236}">
                <a16:creationId xmlns:a16="http://schemas.microsoft.com/office/drawing/2014/main" id="{B6A4D7F7-F2E2-4ADD-B5BC-0E4CB6E3BAB9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-449843" y="347161"/>
            <a:ext cx="2106403" cy="2752936"/>
          </a:xfrm>
          <a:prstGeom prst="parallelogram">
            <a:avLst>
              <a:gd name="adj" fmla="val 56523"/>
            </a:avLst>
          </a:prstGeom>
          <a:solidFill>
            <a:srgbClr val="FF7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7317" tIns="43658" rIns="87317" bIns="4365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ctr"/>
            <a:endParaRPr lang="ru-RU" sz="2292"/>
          </a:p>
        </p:txBody>
      </p:sp>
      <p:sp>
        <p:nvSpPr>
          <p:cNvPr id="46" name="Shape2">
            <a:extLst>
              <a:ext uri="{FF2B5EF4-FFF2-40B4-BE49-F238E27FC236}">
                <a16:creationId xmlns:a16="http://schemas.microsoft.com/office/drawing/2014/main" id="{E524F71E-6EAF-4271-A47E-25AA6DE2EA13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-1122136" y="-700378"/>
            <a:ext cx="2106403" cy="2752936"/>
          </a:xfrm>
          <a:prstGeom prst="parallelogram">
            <a:avLst>
              <a:gd name="adj" fmla="val 56523"/>
            </a:avLst>
          </a:prstGeom>
          <a:solidFill>
            <a:srgbClr val="FF7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7317" tIns="43658" rIns="87317" bIns="4365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 algn="ctr"/>
            <a:endParaRPr lang="ru-RU" sz="2292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Shape44"/>
          <p:cNvGrpSpPr/>
          <p:nvPr>
            <p:custDataLst>
              <p:tags r:id="rId1"/>
            </p:custDataLst>
          </p:nvPr>
        </p:nvGrpSpPr>
        <p:grpSpPr>
          <a:xfrm>
            <a:off x="-794" y="-1"/>
            <a:ext cx="11544300" cy="1952626"/>
            <a:chOff x="-635794" y="-635001"/>
            <a:chExt cx="11544300" cy="1952626"/>
          </a:xfrm>
          <a:solidFill>
            <a:srgbClr val="FF7914"/>
          </a:solidFill>
        </p:grpSpPr>
        <p:sp>
          <p:nvSpPr>
            <p:cNvPr id="72" name="Shape43">
              <a:extLst>
                <a:ext uri="{FF2B5EF4-FFF2-40B4-BE49-F238E27FC236}">
                  <a16:creationId xmlns:a16="http://schemas.microsoft.com/office/drawing/2014/main" id="{BAA3A15F-5A78-5E8D-47C2-E9C8CAC1854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-635794" y="-635001"/>
              <a:ext cx="11544300" cy="1952626"/>
            </a:xfrm>
            <a:custGeom>
              <a:avLst/>
              <a:gdLst>
                <a:gd name="connsiteX0" fmla="*/ 0 w 11544300"/>
                <a:gd name="connsiteY0" fmla="*/ 0 h 1952626"/>
                <a:gd name="connsiteX1" fmla="*/ 11544300 w 11544300"/>
                <a:gd name="connsiteY1" fmla="*/ 0 h 1952626"/>
                <a:gd name="connsiteX2" fmla="*/ 10028262 w 11544300"/>
                <a:gd name="connsiteY2" fmla="*/ 1952626 h 1952626"/>
                <a:gd name="connsiteX3" fmla="*/ 0 w 11544300"/>
                <a:gd name="connsiteY3" fmla="*/ 1952626 h 1952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4300" h="1952626">
                  <a:moveTo>
                    <a:pt x="0" y="0"/>
                  </a:moveTo>
                  <a:lnTo>
                    <a:pt x="11544300" y="0"/>
                  </a:lnTo>
                  <a:lnTo>
                    <a:pt x="10028262" y="1952626"/>
                  </a:lnTo>
                  <a:lnTo>
                    <a:pt x="0" y="195262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25500"/>
              <a:endParaRPr lang="ru-RU" sz="3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47" name="Shape45"/>
          <p:cNvGrpSpPr/>
          <p:nvPr>
            <p:custDataLst>
              <p:tags r:id="rId2"/>
            </p:custDataLst>
          </p:nvPr>
        </p:nvGrpSpPr>
        <p:grpSpPr>
          <a:xfrm>
            <a:off x="363943" y="2313102"/>
            <a:ext cx="1237470" cy="761762"/>
            <a:chOff x="-271057" y="1678102"/>
            <a:chExt cx="1237470" cy="761762"/>
          </a:xfrm>
        </p:grpSpPr>
        <p:sp>
          <p:nvSpPr>
            <p:cNvPr id="48" name="Shape7">
              <a:extLst>
                <a:ext uri="{FF2B5EF4-FFF2-40B4-BE49-F238E27FC236}">
                  <a16:creationId xmlns:a16="http://schemas.microsoft.com/office/drawing/2014/main" id="{027BDA96-FB32-FA4A-AB28-C61F4AB64FC4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-271057" y="1678102"/>
              <a:ext cx="1237470" cy="7617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594"/>
                  </a:moveTo>
                  <a:lnTo>
                    <a:pt x="6054" y="0"/>
                  </a:lnTo>
                  <a:lnTo>
                    <a:pt x="21600" y="0"/>
                  </a:lnTo>
                  <a:lnTo>
                    <a:pt x="15515" y="21600"/>
                  </a:lnTo>
                  <a:lnTo>
                    <a:pt x="0" y="21594"/>
                  </a:lnTo>
                  <a:close/>
                </a:path>
              </a:pathLst>
            </a:custGeom>
            <a:solidFill>
              <a:srgbClr val="FF7914"/>
            </a:solidFill>
            <a:ln w="12700">
              <a:miter lim="400000"/>
            </a:ln>
            <a:extLst>
              <a:ext uri="{C572A759-6A51-4108-AA02-DFA0A04FC94B}">
  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400" tIns="25400" rIns="25400" bIns="25400" anchor="ctr">
              <a:noAutofit/>
            </a:bodyPr>
            <a:lstStyle>
              <a:defPPr>
                <a:defRPr lang="en-US"/>
              </a:defPPr>
              <a:lvl1pPr marL="0" algn="l" defTabSz="825500" rtl="0" eaLnBrk="1" latinLnBrk="0" hangingPunct="1">
                <a:defRPr sz="4500" kern="1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250"/>
            </a:p>
          </p:txBody>
        </p:sp>
        <p:pic>
          <p:nvPicPr>
            <p:cNvPr id="49" name="Shape9"/>
            <p:cNvPicPr/>
            <p:nvPr>
              <p:custDataLst>
                <p:tags r:id="rId26"/>
              </p:custDataLst>
            </p:nvPr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5491" y="1776796"/>
              <a:ext cx="564375" cy="564375"/>
            </a:xfrm>
            <a:prstGeom prst="rect">
              <a:avLst/>
            </a:prstGeom>
          </p:spPr>
        </p:pic>
      </p:grpSp>
      <p:sp>
        <p:nvSpPr>
          <p:cNvPr id="50" name="Shape11">
            <a:extLst>
              <a:ext uri="{FF2B5EF4-FFF2-40B4-BE49-F238E27FC236}">
                <a16:creationId xmlns:a16="http://schemas.microsoft.com/office/drawing/2014/main" id="{1EE4135E-8D45-6F4D-823C-2ED8C3FC54A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23239" y="2503949"/>
            <a:ext cx="1998945" cy="6155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Які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 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нові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поняття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
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ти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 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дізнався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?</a:t>
            </a:r>
          </a:p>
        </p:txBody>
      </p:sp>
      <p:grpSp>
        <p:nvGrpSpPr>
          <p:cNvPr id="51" name="Shape46"/>
          <p:cNvGrpSpPr/>
          <p:nvPr>
            <p:custDataLst>
              <p:tags r:id="rId4"/>
            </p:custDataLst>
          </p:nvPr>
        </p:nvGrpSpPr>
        <p:grpSpPr>
          <a:xfrm>
            <a:off x="4120154" y="2316355"/>
            <a:ext cx="1237470" cy="761762"/>
            <a:chOff x="3485154" y="1681355"/>
            <a:chExt cx="1237470" cy="761762"/>
          </a:xfrm>
        </p:grpSpPr>
        <p:sp>
          <p:nvSpPr>
            <p:cNvPr id="52" name="Shape13">
              <a:extLst>
                <a:ext uri="{FF2B5EF4-FFF2-40B4-BE49-F238E27FC236}">
                  <a16:creationId xmlns:a16="http://schemas.microsoft.com/office/drawing/2014/main" id="{027BDA96-FB32-FA4A-AB28-C61F4AB64FC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3485154" y="1681355"/>
              <a:ext cx="1237470" cy="7617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594"/>
                  </a:moveTo>
                  <a:lnTo>
                    <a:pt x="6054" y="0"/>
                  </a:lnTo>
                  <a:lnTo>
                    <a:pt x="21600" y="0"/>
                  </a:lnTo>
                  <a:lnTo>
                    <a:pt x="15515" y="21600"/>
                  </a:lnTo>
                  <a:lnTo>
                    <a:pt x="0" y="21594"/>
                  </a:lnTo>
                  <a:close/>
                </a:path>
              </a:pathLst>
            </a:custGeom>
            <a:solidFill>
              <a:srgbClr val="FF7914"/>
            </a:solidFill>
            <a:ln w="12700">
              <a:miter lim="400000"/>
            </a:ln>
            <a:extLst>
              <a:ext uri="{C572A759-6A51-4108-AA02-DFA0A04FC94B}">
  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400" tIns="25400" rIns="25400" bIns="25400" anchor="ctr">
              <a:noAutofit/>
            </a:bodyPr>
            <a:lstStyle>
              <a:defPPr>
                <a:defRPr lang="en-US"/>
              </a:defPPr>
              <a:lvl1pPr marL="0" algn="l" defTabSz="825500" rtl="0" eaLnBrk="1" latinLnBrk="0" hangingPunct="1">
                <a:defRPr sz="4500" kern="1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250"/>
            </a:p>
          </p:txBody>
        </p:sp>
        <p:pic>
          <p:nvPicPr>
            <p:cNvPr id="53" name="Shape15"/>
            <p:cNvPicPr/>
            <p:nvPr>
              <p:custDataLst>
                <p:tags r:id="rId24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3821702" y="1780049"/>
              <a:ext cx="564375" cy="564375"/>
            </a:xfrm>
            <a:prstGeom prst="rect">
              <a:avLst/>
            </a:prstGeom>
          </p:spPr>
        </p:pic>
      </p:grpSp>
      <p:sp>
        <p:nvSpPr>
          <p:cNvPr id="54" name="Shape17">
            <a:extLst>
              <a:ext uri="{FF2B5EF4-FFF2-40B4-BE49-F238E27FC236}">
                <a16:creationId xmlns:a16="http://schemas.microsoft.com/office/drawing/2014/main" id="{1EE4135E-8D45-6F4D-823C-2ED8C3FC54A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390552" y="2598063"/>
            <a:ext cx="179696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Що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 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запам'ятав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?</a:t>
            </a:r>
          </a:p>
        </p:txBody>
      </p:sp>
      <p:grpSp>
        <p:nvGrpSpPr>
          <p:cNvPr id="55" name="Shape47"/>
          <p:cNvGrpSpPr/>
          <p:nvPr>
            <p:custDataLst>
              <p:tags r:id="rId6"/>
            </p:custDataLst>
          </p:nvPr>
        </p:nvGrpSpPr>
        <p:grpSpPr>
          <a:xfrm>
            <a:off x="7876365" y="2313102"/>
            <a:ext cx="1237470" cy="761762"/>
            <a:chOff x="7241365" y="1678102"/>
            <a:chExt cx="1237470" cy="761762"/>
          </a:xfrm>
        </p:grpSpPr>
        <p:sp>
          <p:nvSpPr>
            <p:cNvPr id="56" name="Shape19">
              <a:extLst>
                <a:ext uri="{FF2B5EF4-FFF2-40B4-BE49-F238E27FC236}">
                  <a16:creationId xmlns:a16="http://schemas.microsoft.com/office/drawing/2014/main" id="{027BDA96-FB32-FA4A-AB28-C61F4AB64FC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241365" y="1678102"/>
              <a:ext cx="1237470" cy="7617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594"/>
                  </a:moveTo>
                  <a:lnTo>
                    <a:pt x="6054" y="0"/>
                  </a:lnTo>
                  <a:lnTo>
                    <a:pt x="21600" y="0"/>
                  </a:lnTo>
                  <a:lnTo>
                    <a:pt x="15515" y="21600"/>
                  </a:lnTo>
                  <a:lnTo>
                    <a:pt x="0" y="21594"/>
                  </a:lnTo>
                  <a:close/>
                </a:path>
              </a:pathLst>
            </a:custGeom>
            <a:solidFill>
              <a:srgbClr val="FF7914"/>
            </a:solidFill>
            <a:ln w="12700">
              <a:miter lim="400000"/>
            </a:ln>
            <a:extLst>
              <a:ext uri="{C572A759-6A51-4108-AA02-DFA0A04FC94B}">
  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400" tIns="25400" rIns="25400" bIns="25400" anchor="ctr">
              <a:noAutofit/>
            </a:bodyPr>
            <a:lstStyle>
              <a:defPPr>
                <a:defRPr lang="en-US"/>
              </a:defPPr>
              <a:lvl1pPr marL="0" algn="l" defTabSz="825500" rtl="0" eaLnBrk="1" latinLnBrk="0" hangingPunct="1">
                <a:defRPr sz="4500" kern="1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250"/>
            </a:p>
          </p:txBody>
        </p:sp>
        <p:pic>
          <p:nvPicPr>
            <p:cNvPr id="57" name="Shape21"/>
            <p:cNvPicPr/>
            <p:nvPr>
              <p:custDataLst>
                <p:tags r:id="rId22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7644872" y="1776796"/>
              <a:ext cx="430456" cy="564375"/>
            </a:xfrm>
            <a:prstGeom prst="rect">
              <a:avLst/>
            </a:prstGeom>
          </p:spPr>
        </p:pic>
      </p:grpSp>
      <p:sp>
        <p:nvSpPr>
          <p:cNvPr id="58" name="Shape23">
            <a:extLst>
              <a:ext uri="{FF2B5EF4-FFF2-40B4-BE49-F238E27FC236}">
                <a16:creationId xmlns:a16="http://schemas.microsoft.com/office/drawing/2014/main" id="{1EE4135E-8D45-6F4D-823C-2ED8C3FC54A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113834" y="2548008"/>
            <a:ext cx="1835439" cy="6155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Промов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своїми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
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словами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?</a:t>
            </a:r>
          </a:p>
        </p:txBody>
      </p:sp>
      <p:grpSp>
        <p:nvGrpSpPr>
          <p:cNvPr id="59" name="Shape48"/>
          <p:cNvGrpSpPr/>
          <p:nvPr>
            <p:custDataLst>
              <p:tags r:id="rId8"/>
            </p:custDataLst>
          </p:nvPr>
        </p:nvGrpSpPr>
        <p:grpSpPr>
          <a:xfrm>
            <a:off x="363943" y="4463085"/>
            <a:ext cx="1237470" cy="761762"/>
            <a:chOff x="-271057" y="3828085"/>
            <a:chExt cx="1237470" cy="761762"/>
          </a:xfrm>
        </p:grpSpPr>
        <p:sp>
          <p:nvSpPr>
            <p:cNvPr id="60" name="Shape25">
              <a:extLst>
                <a:ext uri="{FF2B5EF4-FFF2-40B4-BE49-F238E27FC236}">
                  <a16:creationId xmlns:a16="http://schemas.microsoft.com/office/drawing/2014/main" id="{027BDA96-FB32-FA4A-AB28-C61F4AB64FC4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-271057" y="3828085"/>
              <a:ext cx="1237470" cy="7617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594"/>
                  </a:moveTo>
                  <a:lnTo>
                    <a:pt x="6054" y="0"/>
                  </a:lnTo>
                  <a:lnTo>
                    <a:pt x="21600" y="0"/>
                  </a:lnTo>
                  <a:lnTo>
                    <a:pt x="15515" y="21600"/>
                  </a:lnTo>
                  <a:lnTo>
                    <a:pt x="0" y="21594"/>
                  </a:lnTo>
                  <a:close/>
                </a:path>
              </a:pathLst>
            </a:custGeom>
            <a:solidFill>
              <a:srgbClr val="FF7914"/>
            </a:solidFill>
            <a:ln w="12700">
              <a:miter lim="400000"/>
            </a:ln>
            <a:extLst>
              <a:ext uri="{C572A759-6A51-4108-AA02-DFA0A04FC94B}">
  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400" tIns="25400" rIns="25400" bIns="25400" anchor="ctr">
              <a:noAutofit/>
            </a:bodyPr>
            <a:lstStyle>
              <a:defPPr>
                <a:defRPr lang="en-US"/>
              </a:defPPr>
              <a:lvl1pPr marL="0" algn="l" defTabSz="825500" rtl="0" eaLnBrk="1" latinLnBrk="0" hangingPunct="1">
                <a:defRPr sz="4500" kern="1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250" dirty="0"/>
            </a:p>
          </p:txBody>
        </p:sp>
        <p:pic>
          <p:nvPicPr>
            <p:cNvPr id="61" name="Shape27"/>
            <p:cNvPicPr/>
            <p:nvPr>
              <p:custDataLst>
                <p:tags r:id="rId20"/>
              </p:custDataLst>
            </p:nvPr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65491" y="3926778"/>
              <a:ext cx="564375" cy="564375"/>
            </a:xfrm>
            <a:prstGeom prst="rect">
              <a:avLst/>
            </a:prstGeom>
          </p:spPr>
        </p:pic>
      </p:grpSp>
      <p:sp>
        <p:nvSpPr>
          <p:cNvPr id="62" name="Shape29">
            <a:extLst>
              <a:ext uri="{FF2B5EF4-FFF2-40B4-BE49-F238E27FC236}">
                <a16:creationId xmlns:a16="http://schemas.microsoft.com/office/drawing/2014/main" id="{1EE4135E-8D45-6F4D-823C-2ED8C3FC54A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601413" y="4690076"/>
            <a:ext cx="2600071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Що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 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тобі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сподобалося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?</a:t>
            </a:r>
          </a:p>
        </p:txBody>
      </p:sp>
      <p:grpSp>
        <p:nvGrpSpPr>
          <p:cNvPr id="63" name="Shape49"/>
          <p:cNvGrpSpPr/>
          <p:nvPr>
            <p:custDataLst>
              <p:tags r:id="rId10"/>
            </p:custDataLst>
          </p:nvPr>
        </p:nvGrpSpPr>
        <p:grpSpPr>
          <a:xfrm>
            <a:off x="4120154" y="4463085"/>
            <a:ext cx="1237470" cy="761762"/>
            <a:chOff x="3485154" y="3828085"/>
            <a:chExt cx="1237470" cy="761762"/>
          </a:xfrm>
        </p:grpSpPr>
        <p:sp>
          <p:nvSpPr>
            <p:cNvPr id="64" name="Shape31">
              <a:extLst>
                <a:ext uri="{FF2B5EF4-FFF2-40B4-BE49-F238E27FC236}">
                  <a16:creationId xmlns:a16="http://schemas.microsoft.com/office/drawing/2014/main" id="{027BDA96-FB32-FA4A-AB28-C61F4AB64FC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3485154" y="3828085"/>
              <a:ext cx="1237470" cy="7617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594"/>
                  </a:moveTo>
                  <a:lnTo>
                    <a:pt x="6054" y="0"/>
                  </a:lnTo>
                  <a:lnTo>
                    <a:pt x="21600" y="0"/>
                  </a:lnTo>
                  <a:lnTo>
                    <a:pt x="15515" y="21600"/>
                  </a:lnTo>
                  <a:lnTo>
                    <a:pt x="0" y="21594"/>
                  </a:lnTo>
                  <a:close/>
                </a:path>
              </a:pathLst>
            </a:custGeom>
            <a:solidFill>
              <a:srgbClr val="FF7914"/>
            </a:solidFill>
            <a:ln w="12700">
              <a:miter lim="400000"/>
            </a:ln>
            <a:extLst>
              <a:ext uri="{C572A759-6A51-4108-AA02-DFA0A04FC94B}">
  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400" tIns="25400" rIns="25400" bIns="25400" anchor="ctr">
              <a:noAutofit/>
            </a:bodyPr>
            <a:lstStyle>
              <a:defPPr>
                <a:defRPr lang="en-US"/>
              </a:defPPr>
              <a:lvl1pPr marL="0" algn="l" defTabSz="825500" rtl="0" eaLnBrk="1" latinLnBrk="0" hangingPunct="1">
                <a:defRPr sz="4500" kern="1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250" dirty="0"/>
            </a:p>
          </p:txBody>
        </p:sp>
        <p:pic>
          <p:nvPicPr>
            <p:cNvPr id="65" name="Shape33"/>
            <p:cNvPicPr/>
            <p:nvPr>
              <p:custDataLst>
                <p:tags r:id="rId18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3952701" y="3926776"/>
              <a:ext cx="239142" cy="564375"/>
            </a:xfrm>
            <a:prstGeom prst="rect">
              <a:avLst/>
            </a:prstGeom>
          </p:spPr>
        </p:pic>
      </p:grpSp>
      <p:sp>
        <p:nvSpPr>
          <p:cNvPr id="66" name="Shape35">
            <a:extLst>
              <a:ext uri="{FF2B5EF4-FFF2-40B4-BE49-F238E27FC236}">
                <a16:creationId xmlns:a16="http://schemas.microsoft.com/office/drawing/2014/main" id="{1EE4135E-8D45-6F4D-823C-2ED8C3FC54A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453754" y="4289823"/>
            <a:ext cx="2505494" cy="12311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Щоб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ти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 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хотів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додати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
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чи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 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змінити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
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на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 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наступному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
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занятті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?</a:t>
            </a:r>
          </a:p>
        </p:txBody>
      </p:sp>
      <p:grpSp>
        <p:nvGrpSpPr>
          <p:cNvPr id="67" name="Shape50"/>
          <p:cNvGrpSpPr/>
          <p:nvPr>
            <p:custDataLst>
              <p:tags r:id="rId12"/>
            </p:custDataLst>
          </p:nvPr>
        </p:nvGrpSpPr>
        <p:grpSpPr>
          <a:xfrm>
            <a:off x="7876364" y="4463085"/>
            <a:ext cx="1237470" cy="761762"/>
            <a:chOff x="7241364" y="3828085"/>
            <a:chExt cx="1237470" cy="761762"/>
          </a:xfrm>
        </p:grpSpPr>
        <p:sp>
          <p:nvSpPr>
            <p:cNvPr id="68" name="Shape37">
              <a:extLst>
                <a:ext uri="{FF2B5EF4-FFF2-40B4-BE49-F238E27FC236}">
                  <a16:creationId xmlns:a16="http://schemas.microsoft.com/office/drawing/2014/main" id="{027BDA96-FB32-FA4A-AB28-C61F4AB64FC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241364" y="3828085"/>
              <a:ext cx="1237470" cy="7617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594"/>
                  </a:moveTo>
                  <a:lnTo>
                    <a:pt x="6054" y="0"/>
                  </a:lnTo>
                  <a:lnTo>
                    <a:pt x="21600" y="0"/>
                  </a:lnTo>
                  <a:lnTo>
                    <a:pt x="15515" y="21600"/>
                  </a:lnTo>
                  <a:lnTo>
                    <a:pt x="0" y="21594"/>
                  </a:lnTo>
                  <a:close/>
                </a:path>
              </a:pathLst>
            </a:custGeom>
            <a:solidFill>
              <a:srgbClr val="FF7914"/>
            </a:solidFill>
            <a:ln w="12700">
              <a:miter lim="400000"/>
            </a:ln>
            <a:extLst>
              <a:ext uri="{C572A759-6A51-4108-AA02-DFA0A04FC94B}">
                <ma14:wrappingTextBoxFlag xmlns:w="http://schemas.openxmlformats.org/wordprocessingml/2006/main" xmlns:wp="http://schemas.openxmlformats.org/drawingml/2006/wordprocessingDrawing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400" tIns="25400" rIns="25400" bIns="25400" anchor="ctr">
              <a:noAutofit/>
            </a:bodyPr>
            <a:lstStyle>
              <a:defPPr>
                <a:defRPr lang="en-US"/>
              </a:defPPr>
              <a:lvl1pPr marL="0" algn="l" defTabSz="825500" rtl="0" eaLnBrk="1" latinLnBrk="0" hangingPunct="1">
                <a:defRPr sz="4500" kern="1200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250" dirty="0"/>
            </a:p>
          </p:txBody>
        </p:sp>
        <p:pic>
          <p:nvPicPr>
            <p:cNvPr id="69" name="Shape39"/>
            <p:cNvPicPr/>
            <p:nvPr>
              <p:custDataLst>
                <p:tags r:id="rId16"/>
              </p:custDataLst>
            </p:nvPr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7577913" y="3926778"/>
              <a:ext cx="564375" cy="564375"/>
            </a:xfrm>
            <a:prstGeom prst="rect">
              <a:avLst/>
            </a:prstGeom>
          </p:spPr>
        </p:pic>
      </p:grpSp>
      <p:sp>
        <p:nvSpPr>
          <p:cNvPr id="70" name="Shape41">
            <a:extLst>
              <a:ext uri="{FF2B5EF4-FFF2-40B4-BE49-F238E27FC236}">
                <a16:creationId xmlns:a16="http://schemas.microsoft.com/office/drawing/2014/main" id="{1EE4135E-8D45-6F4D-823C-2ED8C3FC54AD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9209966" y="4202823"/>
            <a:ext cx="2601624" cy="18466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Play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Що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 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було</a:t>
            </a:r>
            <a:r>
              <a:rPr lang="ru-RU"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найскладнішим</a:t>
            </a:r>
            <a:r>
              <a:rPr lang="ru-RU"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і</a:t>
            </a:r>
            <a:r>
              <a:rPr lang="ru-RU"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ти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 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хотів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би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lang="ru-RU"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ще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 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повторити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lang="ru-RU"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та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 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потренуватися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в </a:t>
            </a:r>
            <a:r>
              <a:rPr sz="2000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вирішені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?</a:t>
            </a:r>
          </a:p>
        </p:txBody>
      </p:sp>
      <p:sp>
        <p:nvSpPr>
          <p:cNvPr id="4" name="Shape51">
            <a:extLst>
              <a:ext uri="{FF2B5EF4-FFF2-40B4-BE49-F238E27FC236}">
                <a16:creationId xmlns:a16="http://schemas.microsoft.com/office/drawing/2014/main" id="{A8B957C0-C835-3640-9351-2BE87B56DD1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73829" y="787994"/>
            <a:ext cx="8927124" cy="6647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412688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400" b="1" i="1" dirty="0" err="1">
                <a:solidFill>
                  <a:schemeClr val="bg2"/>
                </a:solidFill>
                <a:latin typeface="+mn-lt"/>
                <a:ea typeface="Play"/>
                <a:cs typeface="Play"/>
                <a:sym typeface="Play"/>
              </a:rPr>
              <a:t>Давай</a:t>
            </a:r>
            <a:r>
              <a:rPr lang="en-US" sz="5400" b="1" i="1" dirty="0">
                <a:solidFill>
                  <a:schemeClr val="bg2"/>
                </a:solidFill>
                <a:latin typeface="+mn-lt"/>
                <a:ea typeface="Play"/>
                <a:cs typeface="Play"/>
                <a:sym typeface="Play"/>
              </a:rPr>
              <a:t> </a:t>
            </a:r>
            <a:r>
              <a:rPr lang="en-US" sz="5400" b="1" i="1" dirty="0" err="1">
                <a:solidFill>
                  <a:schemeClr val="bg2"/>
                </a:solidFill>
                <a:latin typeface="+mn-lt"/>
                <a:ea typeface="Play"/>
                <a:cs typeface="Play"/>
                <a:sym typeface="Play"/>
              </a:rPr>
              <a:t>підіб'ємо</a:t>
            </a:r>
            <a:r>
              <a:rPr lang="en-US" sz="5400" b="1" i="1" dirty="0">
                <a:solidFill>
                  <a:schemeClr val="bg2"/>
                </a:solidFill>
                <a:latin typeface="+mn-lt"/>
                <a:ea typeface="Play"/>
                <a:cs typeface="Play"/>
                <a:sym typeface="Play"/>
              </a:rPr>
              <a:t> </a:t>
            </a:r>
            <a:r>
              <a:rPr lang="en-US" sz="5400" b="1" i="1" dirty="0" err="1">
                <a:solidFill>
                  <a:schemeClr val="bg2"/>
                </a:solidFill>
                <a:latin typeface="+mn-lt"/>
                <a:ea typeface="Play"/>
                <a:cs typeface="Play"/>
                <a:sym typeface="Play"/>
              </a:rPr>
              <a:t>підсумки</a:t>
            </a:r>
            <a:r>
              <a:rPr lang="en-US" sz="5400" b="1" i="1" dirty="0">
                <a:solidFill>
                  <a:schemeClr val="bg2"/>
                </a:solidFill>
                <a:latin typeface="+mn-lt"/>
                <a:ea typeface="Play"/>
                <a:cs typeface="Play"/>
                <a:sym typeface="Play"/>
              </a:rPr>
              <a:t>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Shape4326"/>
          <p:cNvGrpSpPr/>
          <p:nvPr>
            <p:custDataLst>
              <p:tags r:id="rId1"/>
            </p:custDataLst>
          </p:nvPr>
        </p:nvGrpSpPr>
        <p:grpSpPr>
          <a:xfrm>
            <a:off x="6926095" y="3685077"/>
            <a:ext cx="5265906" cy="4739256"/>
            <a:chOff x="6438286" y="3020894"/>
            <a:chExt cx="5108755" cy="4739256"/>
          </a:xfrm>
        </p:grpSpPr>
        <p:sp>
          <p:nvSpPr>
            <p:cNvPr id="7" name="Shape4323">
              <a:extLst>
                <a:ext uri="{FF2B5EF4-FFF2-40B4-BE49-F238E27FC236}">
                  <a16:creationId xmlns:a16="http://schemas.microsoft.com/office/drawing/2014/main" id="{2A41120C-BFDB-7321-4347-CCE5C4A03F1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38286" y="5225395"/>
              <a:ext cx="738999" cy="738999"/>
            </a:xfrm>
            <a:prstGeom prst="roundRect">
              <a:avLst>
                <a:gd name="adj" fmla="val 6623"/>
              </a:avLst>
            </a:prstGeom>
            <a:solidFill>
              <a:srgbClr val="FF7914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9pPr>
            </a:lstStyle>
            <a:p>
              <a:pPr algn="ctr"/>
              <a:endParaRPr lang="ru-RU" sz="1100">
                <a:solidFill>
                  <a:srgbClr val="000000"/>
                </a:solidFill>
                <a:latin typeface="Comfortaa"/>
                <a:cs typeface="Comfortaa"/>
              </a:endParaRPr>
            </a:p>
          </p:txBody>
        </p:sp>
        <p:sp>
          <p:nvSpPr>
            <p:cNvPr id="8" name="Shape4324">
              <a:extLst>
                <a:ext uri="{FF2B5EF4-FFF2-40B4-BE49-F238E27FC236}">
                  <a16:creationId xmlns:a16="http://schemas.microsoft.com/office/drawing/2014/main" id="{003DEC2F-D6DE-6C52-6502-3E967234CF4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807785" y="3020894"/>
              <a:ext cx="4739256" cy="4739256"/>
            </a:xfrm>
            <a:prstGeom prst="roundRect">
              <a:avLst>
                <a:gd name="adj" fmla="val 6623"/>
              </a:avLst>
            </a:prstGeom>
            <a:solidFill>
              <a:srgbClr val="FF79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Comfortaa"/>
                  <a:ea typeface="+mn-ea"/>
                  <a:cs typeface="+mn-cs"/>
                </a:defRPr>
              </a:lvl9pPr>
            </a:lstStyle>
            <a:p>
              <a:pPr algn="ctr"/>
              <a:endParaRPr lang="ru-RU" sz="1100">
                <a:solidFill>
                  <a:srgbClr val="000000"/>
                </a:solidFill>
                <a:latin typeface="Comfortaa"/>
                <a:cs typeface="Comfortaa"/>
              </a:endParaRPr>
            </a:p>
          </p:txBody>
        </p:sp>
      </p:grpSp>
      <p:sp>
        <p:nvSpPr>
          <p:cNvPr id="5" name="Shape4325">
            <a:extLst>
              <a:ext uri="{FF2B5EF4-FFF2-40B4-BE49-F238E27FC236}">
                <a16:creationId xmlns:a16="http://schemas.microsoft.com/office/drawing/2014/main" id="{E72575FB-6C54-60A3-A084-2DC7B0A2D01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271587" y="2202025"/>
            <a:ext cx="4813717" cy="23522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omfortaa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0" b="1">
                <a:solidFill>
                  <a:srgbClr val="000000"/>
                </a:solidFill>
                <a:latin typeface="+mn-lt"/>
              </a:rPr>
              <a:t>Дякую 
за увагу!</a:t>
            </a:r>
          </a:p>
        </p:txBody>
      </p:sp>
      <p:pic>
        <p:nvPicPr>
          <p:cNvPr id="7170" name="Picture 2" descr="Best Girl holding laptop and pen in her hands Illustration download in PNG  &amp; Vector format">
            <a:extLst>
              <a:ext uri="{FF2B5EF4-FFF2-40B4-BE49-F238E27FC236}">
                <a16:creationId xmlns:a16="http://schemas.microsoft.com/office/drawing/2014/main" id="{EB569CDF-BCF0-402D-AF67-95E3FA680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671" y="918080"/>
            <a:ext cx="8751483" cy="593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5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3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4"/>
</p:tagLst>
</file>

<file path=ppt/theme/theme1.xml><?xml version="1.0" encoding="utf-8"?>
<a:theme xmlns:a="http://schemas.openxmlformats.org/drawingml/2006/main" name="Уголки">
  <a:themeElements>
    <a:clrScheme name="Желтый и оранжевый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D7AA1D6E-F3E9-4763-A3BC-84DF2E02F60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10407</TotalTime>
  <Words>372</Words>
  <Application>Microsoft Office PowerPoint</Application>
  <PresentationFormat>Широкий екран</PresentationFormat>
  <Paragraphs>54</Paragraphs>
  <Slides>14</Slides>
  <Notes>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14</vt:i4>
      </vt:variant>
    </vt:vector>
  </HeadingPairs>
  <TitlesOfParts>
    <vt:vector size="25" baseType="lpstr">
      <vt:lpstr>Arial</vt:lpstr>
      <vt:lpstr>Bahnschrift SemiBold SemiConden</vt:lpstr>
      <vt:lpstr>Calibri</vt:lpstr>
      <vt:lpstr>Comfortaa</vt:lpstr>
      <vt:lpstr>Franklin Gothic Book</vt:lpstr>
      <vt:lpstr>Garamond</vt:lpstr>
      <vt:lpstr>Inter</vt:lpstr>
      <vt:lpstr>Play</vt:lpstr>
      <vt:lpstr>Space Grotesk SemiBold</vt:lpstr>
      <vt:lpstr>Trebuchet MS</vt:lpstr>
      <vt:lpstr>Уголки</vt:lpstr>
      <vt:lpstr>Презентація PowerPoint</vt:lpstr>
      <vt:lpstr>Я - Ростислав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Шейко Ростислав Олександрович</dc:creator>
  <cp:lastModifiedBy>Шейко Ростислав Олександрович</cp:lastModifiedBy>
  <cp:revision>152</cp:revision>
  <dcterms:created xsi:type="dcterms:W3CDTF">2023-09-05T10:15:32Z</dcterms:created>
  <dcterms:modified xsi:type="dcterms:W3CDTF">2025-06-29T18:57:04Z</dcterms:modified>
</cp:coreProperties>
</file>